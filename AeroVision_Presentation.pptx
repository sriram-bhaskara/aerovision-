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6400" b="1">
                <a:solidFill>
                  <a:srgbClr val="63B3FF"/>
                </a:solidFill>
                <a:latin typeface="Segoe UI"/>
              </a:defRPr>
            </a:pPr>
            <a:r>
              <a:t>AeroVision</a:t>
            </a:r>
          </a:p>
          <a:p>
            <a:pPr algn="ctr">
              <a:spcAft>
                <a:spcPts val="4000"/>
              </a:spcAft>
              <a:defRPr sz="2000">
                <a:solidFill>
                  <a:srgbClr val="E8F0FE"/>
                </a:solidFill>
                <a:latin typeface="Segoe UI"/>
              </a:defRPr>
            </a:pPr>
            <a:r>
              <a:t>Real-Time Flight Intelligence &amp; Accessible Airport Portal</a:t>
            </a:r>
          </a:p>
          <a:p>
            <a:pPr algn="ctr">
              <a:defRPr sz="1400" b="1">
                <a:solidFill>
                  <a:srgbClr val="8899BB"/>
                </a:solidFill>
                <a:latin typeface="Segoe UI"/>
              </a:defRPr>
            </a:pPr>
            <a:r>
              <a:t>Presented by Sriram Bhaskara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8899BB"/>
                </a:solidFill>
                <a:latin typeface="Segoe UI"/>
              </a:defRPr>
            </a:pPr>
            <a:r>
              <a:t>The Challenges of Modern Air Travel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01  |  Fragmented Flight Updates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Passengers struggle with delayed or out-of-sync flight tracking data scattered across different airline systems and boards.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83464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02  |  No Road Traffic Predictability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Existing navigation maps show static travel times that fail to account for Bengaluru's severe peak-hour traffic gridlocks on the way to BLR Airport.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03  |  Terminal Congestion Blindspots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Travelers face unpredictable security and check-in queue lengths, causing stress and poor time management inside terminal halls.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21208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04  |  Inaccessible Assistance Booking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Elderly or disabled passengers endure slow manual paperwork and verification barriers when requesting buggy or wheelchair services.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8899BB"/>
                </a:solidFill>
                <a:latin typeface="Segoe UI"/>
              </a:defRPr>
            </a:pPr>
            <a:r>
              <a:t>AeroVision — A Unified Flight-Driven Intelligence &amp; Navigation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Live FIDS &amp; Space Radar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An integrated departures/arrivals board coupled with a moving aircraft tracking map that visualizes approaches and departures relative to airport coordinates.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Indoor Pathfinding Navigation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Interactive SVG maps of Terminal 1 and Terminal 2 mapping gates, restaurants, and baggage belts with built-in route planning for passengers.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Flight-Driven Crowd Analytics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Estimates terminal check-in, security, and immigration queue wait-times dynamically based on real-time flight density and passenger load equations.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Assist &amp; Travel Planner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Features browser-based Aadhaar OCR checking to auto-approve senior assistance, and OSRM route calculations using time-of-day traffic multipliers.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Frontend Stack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React.js 18 (Component-based architecture)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Vite (Next-generation frontend toolchain)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Tailwind CSS (Adaptive design tokens)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Leaflet.js (Interactive airspace radar)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Axios (JWT authorization interceptors)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Tesseract.js (Client-side image OCR)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43484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Backend &amp; DB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Node.js (Server runtime engine)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Express.js (REST API endpoint router)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SQL.js (SQLite-compatible backend DB)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Socket.IO (WebSocket push event engine)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node-fetch (External API connection client)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Helmet &amp; Compression (Security &amp; speed)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External APIs &amp; Feeds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AeroDataBox API (Schedules &amp; gates)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OpenWeather API (Airfield METAR weather)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OpenRouteService (Travel planning geocode)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OSRM Project (Keyless driving routing)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Nominatim (Alternative geocoding feed)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Hugging Face Inference (AI chat completions)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01  |  Flight Search &amp; FIDS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User logs in, enters a flight number. The backend queries AeroDataBox API (or local mock DB) to retrieve schedules, gate numbers, and terminal routes.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65176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02  |  Travel Route Plan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user inputs their location. OSRM computes the driving distance and the backend applies IST-based traffic multipliers for a realistic commute duration.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03  |  Queue Wait Estimation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crowd engine calculates check-in, security, and immigration density levels based on flight counts and passenger loads in a 3-hour window.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212079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04  |  Mobility OCR Booking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user uploads an Aadhaar card. Client-side Tesseract.js extracts the DOB, verifies senior status, and auto-approves wheelchair/buggy booking.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Live Flight Board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Real-time departures and arrivals with dynamic gate, terminal, and status updates, supported by live cron refreshes.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Airspace Radar Map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Interactive map plotting moving flights. Real-time trajectory rendering based on active flight windows (90 mins).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Interactive SVG Terminal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Detailed indoor terminal layout showing gates, lounges, restrooms, and shops with route drawing pathfinding.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Zone Queue Congestion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Real-time queue wait-time calculations for check-in and security driven by passenger volumes and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Traffic Travel Planner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GPS-based route mapping with automatic peak/off-peak travel time adjustments matching Bangalore traffic hours.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AI Chatbot Assistant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Context-aware AI assistant answering passenger queries about gates, airport services, and airport directions.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548640"/>
          </a:xfrm>
          <a:prstGeom prst="rect">
            <a:avLst/>
          </a:prstGeom>
          <a:solidFill>
            <a:srgbClr val="BE5A00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8F0FE"/>
                </a:solidFill>
                <a:latin typeface="Segoe UI"/>
              </a:defRPr>
            </a:pPr>
            <a:r>
              <a:t>⚠️ 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371600"/>
            <a:ext cx="5120640" cy="548640"/>
          </a:xfrm>
          <a:prstGeom prst="rect">
            <a:avLst/>
          </a:prstGeom>
          <a:solidFill>
            <a:srgbClr val="0F6E1E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8F0FE"/>
                </a:solidFill>
                <a:latin typeface="Segoe UI"/>
              </a:defRPr>
            </a:pPr>
            <a:r>
              <a:t>✔️ 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Database Concurrency Crashes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SQL.js wrapper threw errors on `.catch` calls when executing queries.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659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Converted the query method to `async` to wrap row outputs in promises, resolving crashes.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8803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Routing API Key Restrictions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TomTom API keys got revoked, blocking geocoding and travel route planning.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8803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Replaced TomTom with OpenRouteService, and integrated keyless OSRM/Nominatim fallbacks.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947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Vite CSS Tailwind Purging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Babel JSX compile error broke Hot Module Reloading, causing unstyled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7947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Fixed raw unicode character syntax in NotificationPanel, cleared Vite cache, and rebuilt CSS.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091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Radar Plane Clustering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Simulated planes clustered in static circles right on top of the airport.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47091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Created a rolling 90-minute time-window filter for active flights, dispersing planes along vectors.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6235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Inaccurate Commute Times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Default OSRM route durations ignored Bengaluru's extreme street gridlocks.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56235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Implemented dynamic time-of-day traffic multipliers in IST (e.g. 1.95x during peak office hours).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Web Push Notifications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Integrate the native browser Web Push API to send passengers real-time alerts for gate changes, boarding announcements, and delay notifications directly to their devices.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Camera-Based Queue Vision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Implement computer vision models on terminal security cameras to dynamically count queue lengths and calculate wait times automatically instead of relying on passenger load estimates.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Multi-Airport Scalability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Expand the platform architecture to cover other major domestic hubs in India (like DEL, BOM, and MAA) by dynamically loading specific SVG terminal maps and airport coordinate databases.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Offline Terminal Maps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Cache SVG blueprints and routing tables in a browser service worker (PWA) so passengers can access indoor maps and pathfinding instructions even when offline inside the terminal.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4000" b="1">
                <a:solidFill>
                  <a:srgbClr val="63B3FF"/>
                </a:solidFill>
                <a:latin typeface="Segoe UI"/>
              </a:defRPr>
            </a:pPr>
            <a:r>
              <a:t>AeroVision</a:t>
            </a:r>
          </a:p>
          <a:p>
            <a:pPr algn="ctr">
              <a:spcAft>
                <a:spcPts val="3600"/>
              </a:spcAft>
              <a:defRPr sz="1600" i="1">
                <a:solidFill>
                  <a:srgbClr val="E8F0FE"/>
                </a:solidFill>
                <a:latin typeface="Segoe UI"/>
              </a:defRPr>
            </a:pPr>
            <a:r>
              <a:t>“A production-ready aviation intelligence web application for Kempegowda International Airport (BLR), Bengaluru, integrating live flight boards, terminal pathfinding, passenger crowd density analytics, and smart accessibility booking.”</a:t>
            </a:r>
          </a:p>
          <a:p>
            <a:pPr algn="ctr">
              <a:spcAft>
                <a:spcPts val="4800"/>
              </a:spcAft>
              <a:defRPr sz="1400" b="1">
                <a:solidFill>
                  <a:srgbClr val="63B3FF"/>
                </a:solidFill>
                <a:latin typeface="Segoe UI"/>
              </a:defRPr>
            </a:pPr>
            <a:r>
              <a:t>[ Accessibility-First Design ]     ·     [ Verified API Resilience ]     ·     [ Dynamic Operation Modeling ]</a:t>
            </a:r>
          </a:p>
          <a:p>
            <a:pPr algn="ctr">
              <a:spcAft>
                <a:spcPts val="800"/>
              </a:spcAft>
              <a:defRPr sz="2800" b="1">
                <a:solidFill>
                  <a:srgbClr val="22C55E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defRPr sz="1400">
                <a:solidFill>
                  <a:srgbClr val="8899BB"/>
                </a:solidFill>
                <a:latin typeface="Segoe UI"/>
              </a:defRPr>
            </a:pPr>
            <a:r>
              <a:t>Questions &amp; Feedback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
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50"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797675" cy="9874250"/>
  <p:embeddedFontLst>
    <p:embeddedFont>
      <p:font typeface="Century Gothic" panose="020B0502020202020204" pitchFamily="34" charset="0"/>
      <p:regular r:id="rId11"/>
      <p:bold r:id="rId12"/>
      <p:italic r:id="rId13"/>
      <p:boldItalic r:id="rId1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384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46400" cy="4953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49687" y="0"/>
            <a:ext cx="2946400" cy="495300"/>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rgbClr val="000000"/>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436562" y="1233487"/>
            <a:ext cx="5924550" cy="3333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miter lim="800000"/>
            <a:headEnd type="none" w="sm" len="sm"/>
            <a:tailEnd type="none" w="sm" len="sm"/>
          </a:ln>
        </p:spPr>
      </p:sp>
      <p:sp>
        <p:nvSpPr>
          <p:cNvPr id="6" name="Google Shape;6;n"/>
          <p:cNvSpPr txBox="1">
            <a:spLocks noGrp="1"/>
          </p:cNvSpPr>
          <p:nvPr>
            <p:ph type="body" idx="1"/>
          </p:nvPr>
        </p:nvSpPr>
        <p:spPr>
          <a:xfrm>
            <a:off x="679450" y="4751387"/>
            <a:ext cx="5438775" cy="3889375"/>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9378950"/>
            <a:ext cx="2946400" cy="4953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49687" y="9378950"/>
            <a:ext cx="2946400" cy="4953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a:t>
            </a:fld>
            <a:endParaRPr sz="1400" b="0" i="0" u="none" strike="noStrike" cap="none">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Google Shape;36;p1:notes"/>
          <p:cNvSpPr>
            <a:spLocks noGrp="1" noRot="1" noChangeAspect="1"/>
          </p:cNvSpPr>
          <p:nvPr>
            <p:ph type="sldImg" idx="2"/>
          </p:nvPr>
        </p:nvSpPr>
        <p:spPr>
          <a:xfrm>
            <a:off x="436563" y="1233488"/>
            <a:ext cx="5924550" cy="33337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524288"/>
            <a:headEnd type="none" w="sm" len="sm"/>
            <a:tailEnd type="none" w="sm" len="sm"/>
          </a:ln>
        </p:spPr>
      </p:sp>
      <p:sp>
        <p:nvSpPr>
          <p:cNvPr id="37" name="Google Shape;37;p1:notes"/>
          <p:cNvSpPr txBox="1">
            <a:spLocks noGrp="1"/>
          </p:cNvSpPr>
          <p:nvPr>
            <p:ph type="body" idx="1"/>
          </p:nvPr>
        </p:nvSpPr>
        <p:spPr>
          <a:xfrm>
            <a:off x="679450" y="4751387"/>
            <a:ext cx="5438775" cy="3889375"/>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8" name="Google Shape;38;p1:notes"/>
          <p:cNvSpPr txBox="1"/>
          <p:nvPr/>
        </p:nvSpPr>
        <p:spPr>
          <a:xfrm>
            <a:off x="3849687" y="9378950"/>
            <a:ext cx="2946400" cy="4953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
        <p:cNvGrpSpPr/>
        <p:nvPr/>
      </p:nvGrpSpPr>
      <p:grpSpPr>
        <a:xfrm>
          <a:off x="0" y="0"/>
          <a:ext cx="0" cy="0"/>
          <a:chOff x="0" y="0"/>
          <a:chExt cx="0" cy="0"/>
        </a:xfrm>
      </p:grpSpPr>
      <p:sp>
        <p:nvSpPr>
          <p:cNvPr id="45" name="Google Shape;45;p2:notes"/>
          <p:cNvSpPr>
            <a:spLocks noGrp="1" noRot="1" noChangeAspect="1"/>
          </p:cNvSpPr>
          <p:nvPr>
            <p:ph type="sldImg" idx="2"/>
          </p:nvPr>
        </p:nvSpPr>
        <p:spPr>
          <a:xfrm>
            <a:off x="436563" y="1233488"/>
            <a:ext cx="5924550" cy="3333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miter lim="800000"/>
            <a:headEnd type="none" w="sm" len="sm"/>
            <a:tailEnd type="none" w="sm" len="sm"/>
          </a:ln>
        </p:spPr>
      </p:sp>
      <p:sp>
        <p:nvSpPr>
          <p:cNvPr id="46" name="Google Shape;46;p2:notes"/>
          <p:cNvSpPr txBox="1">
            <a:spLocks noGrp="1"/>
          </p:cNvSpPr>
          <p:nvPr>
            <p:ph type="body" idx="1"/>
          </p:nvPr>
        </p:nvSpPr>
        <p:spPr>
          <a:xfrm>
            <a:off x="679450" y="4751387"/>
            <a:ext cx="5438700" cy="38895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7" name="Google Shape;47;p2:notes"/>
          <p:cNvSpPr txBox="1">
            <a:spLocks noGrp="1"/>
          </p:cNvSpPr>
          <p:nvPr>
            <p:ph type="sldNum" idx="12"/>
          </p:nvPr>
        </p:nvSpPr>
        <p:spPr>
          <a:xfrm>
            <a:off x="3849687" y="9378950"/>
            <a:ext cx="2946300" cy="4953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Calibri"/>
              <a:buNone/>
            </a:pPr>
            <a:fld id="{00000000-1234-1234-1234-123412341234}" type="slidenum">
              <a:rPr lang="en-US"/>
              <a:t>2</a:t>
            </a:fld>
            <a:endParaRPr sz="1400">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
        <p:cNvGrpSpPr/>
        <p:nvPr/>
      </p:nvGrpSpPr>
      <p:grpSpPr>
        <a:xfrm>
          <a:off x="0" y="0"/>
          <a:ext cx="0" cy="0"/>
          <a:chOff x="0" y="0"/>
          <a:chExt cx="0" cy="0"/>
        </a:xfrm>
      </p:grpSpPr>
      <p:sp>
        <p:nvSpPr>
          <p:cNvPr id="54" name="Google Shape;54;p3:notes"/>
          <p:cNvSpPr>
            <a:spLocks noGrp="1" noRot="1" noChangeAspect="1"/>
          </p:cNvSpPr>
          <p:nvPr>
            <p:ph type="sldImg" idx="2"/>
          </p:nvPr>
        </p:nvSpPr>
        <p:spPr>
          <a:xfrm>
            <a:off x="436563" y="1233488"/>
            <a:ext cx="5924550" cy="3333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miter lim="800000"/>
            <a:headEnd type="none" w="sm" len="sm"/>
            <a:tailEnd type="none" w="sm" len="sm"/>
          </a:ln>
        </p:spPr>
      </p:sp>
      <p:sp>
        <p:nvSpPr>
          <p:cNvPr id="55" name="Google Shape;55;p3:notes"/>
          <p:cNvSpPr txBox="1">
            <a:spLocks noGrp="1"/>
          </p:cNvSpPr>
          <p:nvPr>
            <p:ph type="body" idx="1"/>
          </p:nvPr>
        </p:nvSpPr>
        <p:spPr>
          <a:xfrm>
            <a:off x="679450" y="4751387"/>
            <a:ext cx="5438700" cy="38895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6" name="Google Shape;56;p3:notes"/>
          <p:cNvSpPr txBox="1">
            <a:spLocks noGrp="1"/>
          </p:cNvSpPr>
          <p:nvPr>
            <p:ph type="sldNum" idx="12"/>
          </p:nvPr>
        </p:nvSpPr>
        <p:spPr>
          <a:xfrm>
            <a:off x="3849687" y="9378950"/>
            <a:ext cx="2946300" cy="4953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Calibri"/>
              <a:buNone/>
            </a:pPr>
            <a:fld id="{00000000-1234-1234-1234-123412341234}" type="slidenum">
              <a:rPr lang="en-US"/>
              <a:t>3</a:t>
            </a:fld>
            <a:endParaRPr sz="1400">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p4:notes"/>
          <p:cNvSpPr>
            <a:spLocks noGrp="1" noRot="1" noChangeAspect="1"/>
          </p:cNvSpPr>
          <p:nvPr>
            <p:ph type="sldImg" idx="2"/>
          </p:nvPr>
        </p:nvSpPr>
        <p:spPr>
          <a:xfrm>
            <a:off x="436563" y="1233488"/>
            <a:ext cx="5924550" cy="3333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miter lim="800000"/>
            <a:headEnd type="none" w="sm" len="sm"/>
            <a:tailEnd type="none" w="sm" len="sm"/>
          </a:ln>
        </p:spPr>
      </p:sp>
      <p:sp>
        <p:nvSpPr>
          <p:cNvPr id="65" name="Google Shape;65;p4:notes"/>
          <p:cNvSpPr txBox="1">
            <a:spLocks noGrp="1"/>
          </p:cNvSpPr>
          <p:nvPr>
            <p:ph type="body" idx="1"/>
          </p:nvPr>
        </p:nvSpPr>
        <p:spPr>
          <a:xfrm>
            <a:off x="679450" y="4751387"/>
            <a:ext cx="5438700" cy="38895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6" name="Google Shape;66;p4:notes"/>
          <p:cNvSpPr txBox="1">
            <a:spLocks noGrp="1"/>
          </p:cNvSpPr>
          <p:nvPr>
            <p:ph type="sldNum" idx="12"/>
          </p:nvPr>
        </p:nvSpPr>
        <p:spPr>
          <a:xfrm>
            <a:off x="3849687" y="9378950"/>
            <a:ext cx="2946300" cy="4953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Calibri"/>
              <a:buNone/>
            </a:pPr>
            <a:fld id="{00000000-1234-1234-1234-123412341234}" type="slidenum">
              <a:rPr lang="en-US"/>
              <a:t>4</a:t>
            </a:fld>
            <a:endParaRPr sz="1400">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p5:notes"/>
          <p:cNvSpPr txBox="1">
            <a:spLocks noGrp="1"/>
          </p:cNvSpPr>
          <p:nvPr>
            <p:ph type="body" idx="1"/>
          </p:nvPr>
        </p:nvSpPr>
        <p:spPr>
          <a:xfrm>
            <a:off x="679450" y="4751387"/>
            <a:ext cx="5438775" cy="3889375"/>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3" name="Google Shape;73;p5:notes"/>
          <p:cNvSpPr>
            <a:spLocks noGrp="1" noRot="1" noChangeAspect="1"/>
          </p:cNvSpPr>
          <p:nvPr>
            <p:ph type="sldImg" idx="2"/>
          </p:nvPr>
        </p:nvSpPr>
        <p:spPr>
          <a:xfrm>
            <a:off x="436563" y="1233488"/>
            <a:ext cx="5924550" cy="33337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6:notes"/>
          <p:cNvSpPr txBox="1">
            <a:spLocks noGrp="1"/>
          </p:cNvSpPr>
          <p:nvPr>
            <p:ph type="body" idx="1"/>
          </p:nvPr>
        </p:nvSpPr>
        <p:spPr>
          <a:xfrm>
            <a:off x="679450" y="4751387"/>
            <a:ext cx="5438775" cy="3889375"/>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6:notes"/>
          <p:cNvSpPr>
            <a:spLocks noGrp="1" noRot="1" noChangeAspect="1"/>
          </p:cNvSpPr>
          <p:nvPr>
            <p:ph type="sldImg" idx="2"/>
          </p:nvPr>
        </p:nvSpPr>
        <p:spPr>
          <a:xfrm>
            <a:off x="436562" y="1233487"/>
            <a:ext cx="5924550" cy="33337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7:notes"/>
          <p:cNvSpPr txBox="1">
            <a:spLocks noGrp="1"/>
          </p:cNvSpPr>
          <p:nvPr>
            <p:ph type="body" idx="1"/>
          </p:nvPr>
        </p:nvSpPr>
        <p:spPr>
          <a:xfrm>
            <a:off x="679450" y="4751387"/>
            <a:ext cx="5438775" cy="3889375"/>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7:notes"/>
          <p:cNvSpPr>
            <a:spLocks noGrp="1" noRot="1" noChangeAspect="1"/>
          </p:cNvSpPr>
          <p:nvPr>
            <p:ph type="sldImg" idx="2"/>
          </p:nvPr>
        </p:nvSpPr>
        <p:spPr>
          <a:xfrm>
            <a:off x="436563" y="1233488"/>
            <a:ext cx="5924550" cy="33337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4"/>
        <p:cNvGrpSpPr/>
        <p:nvPr/>
      </p:nvGrpSpPr>
      <p:grpSpPr>
        <a:xfrm>
          <a:off x="0" y="0"/>
          <a:ext cx="0" cy="0"/>
          <a:chOff x="0" y="0"/>
          <a:chExt cx="0" cy="0"/>
        </a:xfrm>
      </p:grpSpPr>
      <p:sp>
        <p:nvSpPr>
          <p:cNvPr id="25" name="Google Shape;25;p2"/>
          <p:cNvSpPr txBox="1">
            <a:spLocks noGrp="1"/>
          </p:cNvSpPr>
          <p:nvPr>
            <p:ph type="ctrTitle"/>
          </p:nvPr>
        </p:nvSpPr>
        <p:spPr>
          <a:xfrm>
            <a:off x="1154955" y="2099733"/>
            <a:ext cx="8825700" cy="2677500"/>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SzPts val="1400"/>
              <a:buNone/>
              <a:defRPr sz="5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2"/>
          <p:cNvSpPr txBox="1">
            <a:spLocks noGrp="1"/>
          </p:cNvSpPr>
          <p:nvPr>
            <p:ph type="subTitle" idx="1"/>
          </p:nvPr>
        </p:nvSpPr>
        <p:spPr>
          <a:xfrm>
            <a:off x="1154955" y="4777380"/>
            <a:ext cx="8825700" cy="861300"/>
          </a:xfrm>
          <a:prstGeom prst="rect">
            <a:avLst/>
          </a:prstGeom>
          <a:noFill/>
          <a:ln>
            <a:noFill/>
          </a:ln>
        </p:spPr>
        <p:txBody>
          <a:bodyPr spcFirstLastPara="1" wrap="square" lIns="91425" tIns="45700" rIns="91425" bIns="45700" anchor="t" anchorCtr="0">
            <a:noAutofit/>
          </a:bodyPr>
          <a:lstStyle>
            <a:lvl1pPr lvl="0" algn="l">
              <a:lnSpc>
                <a:spcPct val="100000"/>
              </a:lnSpc>
              <a:spcBef>
                <a:spcPts val="1000"/>
              </a:spcBef>
              <a:spcAft>
                <a:spcPts val="0"/>
              </a:spcAft>
              <a:buSzPts val="1440"/>
              <a:buNone/>
              <a:defRPr cap="none">
                <a:solidFill>
                  <a:schemeClr val="accent1"/>
                </a:solidFill>
              </a:defRPr>
            </a:lvl1pPr>
            <a:lvl2pPr lvl="1" algn="ctr">
              <a:lnSpc>
                <a:spcPct val="100000"/>
              </a:lnSpc>
              <a:spcBef>
                <a:spcPts val="1000"/>
              </a:spcBef>
              <a:spcAft>
                <a:spcPts val="0"/>
              </a:spcAft>
              <a:buSzPts val="1280"/>
              <a:buNone/>
              <a:defRPr>
                <a:solidFill>
                  <a:srgbClr val="888888"/>
                </a:solidFill>
              </a:defRPr>
            </a:lvl2pPr>
            <a:lvl3pPr lvl="2" algn="ctr">
              <a:lnSpc>
                <a:spcPct val="100000"/>
              </a:lnSpc>
              <a:spcBef>
                <a:spcPts val="1000"/>
              </a:spcBef>
              <a:spcAft>
                <a:spcPts val="0"/>
              </a:spcAft>
              <a:buSzPts val="1120"/>
              <a:buNone/>
              <a:defRPr>
                <a:solidFill>
                  <a:srgbClr val="888888"/>
                </a:solidFill>
              </a:defRPr>
            </a:lvl3pPr>
            <a:lvl4pPr lvl="3" algn="ctr">
              <a:lnSpc>
                <a:spcPct val="100000"/>
              </a:lnSpc>
              <a:spcBef>
                <a:spcPts val="1000"/>
              </a:spcBef>
              <a:spcAft>
                <a:spcPts val="0"/>
              </a:spcAft>
              <a:buSzPts val="960"/>
              <a:buNone/>
              <a:defRPr>
                <a:solidFill>
                  <a:srgbClr val="888888"/>
                </a:solidFill>
              </a:defRPr>
            </a:lvl4pPr>
            <a:lvl5pPr lvl="4" algn="ctr">
              <a:lnSpc>
                <a:spcPct val="100000"/>
              </a:lnSpc>
              <a:spcBef>
                <a:spcPts val="1000"/>
              </a:spcBef>
              <a:spcAft>
                <a:spcPts val="0"/>
              </a:spcAft>
              <a:buSzPts val="960"/>
              <a:buNone/>
              <a:defRPr>
                <a:solidFill>
                  <a:srgbClr val="888888"/>
                </a:solidFill>
              </a:defRPr>
            </a:lvl5pPr>
            <a:lvl6pPr lvl="5" algn="ctr">
              <a:lnSpc>
                <a:spcPct val="100000"/>
              </a:lnSpc>
              <a:spcBef>
                <a:spcPts val="1000"/>
              </a:spcBef>
              <a:spcAft>
                <a:spcPts val="0"/>
              </a:spcAft>
              <a:buSzPts val="960"/>
              <a:buNone/>
              <a:defRPr>
                <a:solidFill>
                  <a:srgbClr val="888888"/>
                </a:solidFill>
              </a:defRPr>
            </a:lvl6pPr>
            <a:lvl7pPr lvl="6" algn="ctr">
              <a:lnSpc>
                <a:spcPct val="100000"/>
              </a:lnSpc>
              <a:spcBef>
                <a:spcPts val="1000"/>
              </a:spcBef>
              <a:spcAft>
                <a:spcPts val="0"/>
              </a:spcAft>
              <a:buSzPts val="960"/>
              <a:buNone/>
              <a:defRPr>
                <a:solidFill>
                  <a:srgbClr val="888888"/>
                </a:solidFill>
              </a:defRPr>
            </a:lvl7pPr>
            <a:lvl8pPr lvl="7" algn="ctr">
              <a:lnSpc>
                <a:spcPct val="100000"/>
              </a:lnSpc>
              <a:spcBef>
                <a:spcPts val="1000"/>
              </a:spcBef>
              <a:spcAft>
                <a:spcPts val="0"/>
              </a:spcAft>
              <a:buSzPts val="960"/>
              <a:buNone/>
              <a:defRPr>
                <a:solidFill>
                  <a:srgbClr val="888888"/>
                </a:solidFill>
              </a:defRPr>
            </a:lvl8pPr>
            <a:lvl9pPr lvl="8" algn="ctr">
              <a:lnSpc>
                <a:spcPct val="100000"/>
              </a:lnSpc>
              <a:spcBef>
                <a:spcPts val="1000"/>
              </a:spcBef>
              <a:spcAft>
                <a:spcPts val="0"/>
              </a:spcAft>
              <a:buSzPts val="960"/>
              <a:buNone/>
              <a:defRPr>
                <a:solidFill>
                  <a:srgbClr val="888888"/>
                </a:solidFill>
              </a:defRPr>
            </a:lvl9pPr>
          </a:lstStyle>
          <a:p>
            <a:endParaRPr/>
          </a:p>
        </p:txBody>
      </p:sp>
      <p:sp>
        <p:nvSpPr>
          <p:cNvPr id="27" name="Google Shape;27;p2"/>
          <p:cNvSpPr txBox="1">
            <a:spLocks noGrp="1"/>
          </p:cNvSpPr>
          <p:nvPr>
            <p:ph type="dt" idx="10"/>
          </p:nvPr>
        </p:nvSpPr>
        <p:spPr>
          <a:xfrm rot="5400000">
            <a:off x="10090150" y="1792287"/>
            <a:ext cx="990600" cy="304800"/>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sz="1000">
                <a:solidFill>
                  <a:schemeClr val="lt1"/>
                </a:solidFill>
                <a:latin typeface="Century Gothic"/>
                <a:ea typeface="Century Gothic"/>
                <a:cs typeface="Century Gothic"/>
                <a:sym typeface="Century Gothic"/>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2"/>
          <p:cNvSpPr txBox="1">
            <a:spLocks noGrp="1"/>
          </p:cNvSpPr>
          <p:nvPr>
            <p:ph type="ftr" idx="11"/>
          </p:nvPr>
        </p:nvSpPr>
        <p:spPr>
          <a:xfrm rot="5400000">
            <a:off x="8960649" y="3226587"/>
            <a:ext cx="3859200" cy="304800"/>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2"/>
          <p:cNvSpPr txBox="1">
            <a:spLocks noGrp="1"/>
          </p:cNvSpPr>
          <p:nvPr>
            <p:ph type="sldNum" idx="12"/>
          </p:nvPr>
        </p:nvSpPr>
        <p:spPr>
          <a:xfrm>
            <a:off x="10350500" y="292100"/>
            <a:ext cx="838200" cy="768300"/>
          </a:xfrm>
          <a:prstGeom prst="rect">
            <a:avLst/>
          </a:prstGeom>
          <a:noFill/>
          <a:ln>
            <a:noFill/>
          </a:ln>
        </p:spPr>
        <p:txBody>
          <a:bodyPr spcFirstLastPara="1" wrap="square" lIns="91425" tIns="45700" rIns="91425" bIns="45700" anchor="b" anchorCtr="0">
            <a:noAutofit/>
          </a:bodyPr>
          <a:lstStyle>
            <a:lvl1pPr marL="0" marR="0" lvl="0" indent="0" algn="ctr">
              <a:lnSpc>
                <a:spcPct val="100000"/>
              </a:lnSpc>
              <a:spcBef>
                <a:spcPts val="0"/>
              </a:spcBef>
              <a:spcAft>
                <a:spcPts val="0"/>
              </a:spcAft>
              <a:buClr>
                <a:schemeClr val="lt1"/>
              </a:buClr>
              <a:buSzPts val="2800"/>
              <a:buFont typeface="Century Gothic"/>
              <a:buNone/>
              <a:defRPr sz="2800" b="0" i="0" u="none" strike="noStrike" cap="none">
                <a:solidFill>
                  <a:schemeClr val="lt1"/>
                </a:solidFill>
                <a:latin typeface="Century Gothic"/>
                <a:ea typeface="Century Gothic"/>
                <a:cs typeface="Century Gothic"/>
                <a:sym typeface="Century Gothic"/>
              </a:defRPr>
            </a:lvl1pPr>
            <a:lvl2pPr marL="0" marR="0" lvl="1" indent="0" algn="ctr">
              <a:lnSpc>
                <a:spcPct val="100000"/>
              </a:lnSpc>
              <a:spcBef>
                <a:spcPts val="0"/>
              </a:spcBef>
              <a:spcAft>
                <a:spcPts val="0"/>
              </a:spcAft>
              <a:buClr>
                <a:schemeClr val="lt1"/>
              </a:buClr>
              <a:buSzPts val="2800"/>
              <a:buFont typeface="Century Gothic"/>
              <a:buNone/>
              <a:defRPr sz="2800" b="0" i="0" u="none" strike="noStrike" cap="none">
                <a:solidFill>
                  <a:schemeClr val="lt1"/>
                </a:solidFill>
                <a:latin typeface="Century Gothic"/>
                <a:ea typeface="Century Gothic"/>
                <a:cs typeface="Century Gothic"/>
                <a:sym typeface="Century Gothic"/>
              </a:defRPr>
            </a:lvl2pPr>
            <a:lvl3pPr marL="0" marR="0" lvl="2" indent="0" algn="ctr">
              <a:lnSpc>
                <a:spcPct val="100000"/>
              </a:lnSpc>
              <a:spcBef>
                <a:spcPts val="0"/>
              </a:spcBef>
              <a:spcAft>
                <a:spcPts val="0"/>
              </a:spcAft>
              <a:buClr>
                <a:schemeClr val="lt1"/>
              </a:buClr>
              <a:buSzPts val="2800"/>
              <a:buFont typeface="Century Gothic"/>
              <a:buNone/>
              <a:defRPr sz="2800" b="0" i="0" u="none" strike="noStrike" cap="none">
                <a:solidFill>
                  <a:schemeClr val="lt1"/>
                </a:solidFill>
                <a:latin typeface="Century Gothic"/>
                <a:ea typeface="Century Gothic"/>
                <a:cs typeface="Century Gothic"/>
                <a:sym typeface="Century Gothic"/>
              </a:defRPr>
            </a:lvl3pPr>
            <a:lvl4pPr marL="0" marR="0" lvl="3" indent="0" algn="ctr">
              <a:lnSpc>
                <a:spcPct val="100000"/>
              </a:lnSpc>
              <a:spcBef>
                <a:spcPts val="0"/>
              </a:spcBef>
              <a:spcAft>
                <a:spcPts val="0"/>
              </a:spcAft>
              <a:buClr>
                <a:schemeClr val="lt1"/>
              </a:buClr>
              <a:buSzPts val="2800"/>
              <a:buFont typeface="Century Gothic"/>
              <a:buNone/>
              <a:defRPr sz="2800" b="0" i="0" u="none" strike="noStrike" cap="none">
                <a:solidFill>
                  <a:schemeClr val="lt1"/>
                </a:solidFill>
                <a:latin typeface="Century Gothic"/>
                <a:ea typeface="Century Gothic"/>
                <a:cs typeface="Century Gothic"/>
                <a:sym typeface="Century Gothic"/>
              </a:defRPr>
            </a:lvl4pPr>
            <a:lvl5pPr marL="0" marR="0" lvl="4" indent="0" algn="ctr">
              <a:lnSpc>
                <a:spcPct val="100000"/>
              </a:lnSpc>
              <a:spcBef>
                <a:spcPts val="0"/>
              </a:spcBef>
              <a:spcAft>
                <a:spcPts val="0"/>
              </a:spcAft>
              <a:buClr>
                <a:schemeClr val="lt1"/>
              </a:buClr>
              <a:buSzPts val="2800"/>
              <a:buFont typeface="Century Gothic"/>
              <a:buNone/>
              <a:defRPr sz="2800" b="0" i="0" u="none" strike="noStrike" cap="none">
                <a:solidFill>
                  <a:schemeClr val="lt1"/>
                </a:solidFill>
                <a:latin typeface="Century Gothic"/>
                <a:ea typeface="Century Gothic"/>
                <a:cs typeface="Century Gothic"/>
                <a:sym typeface="Century Gothic"/>
              </a:defRPr>
            </a:lvl5pPr>
            <a:lvl6pPr marL="0" marR="0" lvl="5" indent="0" algn="ctr">
              <a:lnSpc>
                <a:spcPct val="100000"/>
              </a:lnSpc>
              <a:spcBef>
                <a:spcPts val="0"/>
              </a:spcBef>
              <a:spcAft>
                <a:spcPts val="0"/>
              </a:spcAft>
              <a:buClr>
                <a:schemeClr val="lt1"/>
              </a:buClr>
              <a:buSzPts val="2800"/>
              <a:buFont typeface="Century Gothic"/>
              <a:buNone/>
              <a:defRPr sz="2800" b="0" i="0" u="none" strike="noStrike" cap="none">
                <a:solidFill>
                  <a:schemeClr val="lt1"/>
                </a:solidFill>
                <a:latin typeface="Century Gothic"/>
                <a:ea typeface="Century Gothic"/>
                <a:cs typeface="Century Gothic"/>
                <a:sym typeface="Century Gothic"/>
              </a:defRPr>
            </a:lvl6pPr>
            <a:lvl7pPr marL="0" marR="0" lvl="6" indent="0" algn="ctr">
              <a:lnSpc>
                <a:spcPct val="100000"/>
              </a:lnSpc>
              <a:spcBef>
                <a:spcPts val="0"/>
              </a:spcBef>
              <a:spcAft>
                <a:spcPts val="0"/>
              </a:spcAft>
              <a:buClr>
                <a:schemeClr val="lt1"/>
              </a:buClr>
              <a:buSzPts val="2800"/>
              <a:buFont typeface="Century Gothic"/>
              <a:buNone/>
              <a:defRPr sz="2800" b="0" i="0" u="none" strike="noStrike" cap="none">
                <a:solidFill>
                  <a:schemeClr val="lt1"/>
                </a:solidFill>
                <a:latin typeface="Century Gothic"/>
                <a:ea typeface="Century Gothic"/>
                <a:cs typeface="Century Gothic"/>
                <a:sym typeface="Century Gothic"/>
              </a:defRPr>
            </a:lvl7pPr>
            <a:lvl8pPr marL="0" marR="0" lvl="7" indent="0" algn="ctr">
              <a:lnSpc>
                <a:spcPct val="100000"/>
              </a:lnSpc>
              <a:spcBef>
                <a:spcPts val="0"/>
              </a:spcBef>
              <a:spcAft>
                <a:spcPts val="0"/>
              </a:spcAft>
              <a:buClr>
                <a:schemeClr val="lt1"/>
              </a:buClr>
              <a:buSzPts val="2800"/>
              <a:buFont typeface="Century Gothic"/>
              <a:buNone/>
              <a:defRPr sz="2800" b="0" i="0" u="none" strike="noStrike" cap="none">
                <a:solidFill>
                  <a:schemeClr val="lt1"/>
                </a:solidFill>
                <a:latin typeface="Century Gothic"/>
                <a:ea typeface="Century Gothic"/>
                <a:cs typeface="Century Gothic"/>
                <a:sym typeface="Century Gothic"/>
              </a:defRPr>
            </a:lvl8pPr>
            <a:lvl9pPr marL="0" marR="0" lvl="8" indent="0" algn="ctr">
              <a:lnSpc>
                <a:spcPct val="100000"/>
              </a:lnSpc>
              <a:spcBef>
                <a:spcPts val="0"/>
              </a:spcBef>
              <a:spcAft>
                <a:spcPts val="0"/>
              </a:spcAft>
              <a:buClr>
                <a:schemeClr val="lt1"/>
              </a:buClr>
              <a:buSzPts val="2800"/>
              <a:buFont typeface="Century Gothic"/>
              <a:buNone/>
              <a:defRPr sz="2800" b="0" i="0" u="none" strike="noStrike" cap="none">
                <a:solidFill>
                  <a:schemeClr val="lt1"/>
                </a:solidFill>
                <a:latin typeface="Century Gothic"/>
                <a:ea typeface="Century Gothic"/>
                <a:cs typeface="Century Gothic"/>
                <a:sym typeface="Century Gothic"/>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0"/>
        <p:cNvGrpSpPr/>
        <p:nvPr/>
      </p:nvGrpSpPr>
      <p:grpSpPr>
        <a:xfrm>
          <a:off x="0" y="0"/>
          <a:ext cx="0" cy="0"/>
          <a:chOff x="0" y="0"/>
          <a:chExt cx="0" cy="0"/>
        </a:xfrm>
      </p:grpSpPr>
      <p:sp>
        <p:nvSpPr>
          <p:cNvPr id="31" name="Google Shape;31;p3"/>
          <p:cNvSpPr txBox="1">
            <a:spLocks noGrp="1"/>
          </p:cNvSpPr>
          <p:nvPr>
            <p:ph type="title"/>
          </p:nvPr>
        </p:nvSpPr>
        <p:spPr>
          <a:xfrm>
            <a:off x="1155700" y="973137"/>
            <a:ext cx="8761500" cy="7080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3"/>
          <p:cNvSpPr txBox="1">
            <a:spLocks noGrp="1"/>
          </p:cNvSpPr>
          <p:nvPr>
            <p:ph type="dt" idx="10"/>
          </p:nvPr>
        </p:nvSpPr>
        <p:spPr>
          <a:xfrm rot="5400000">
            <a:off x="10090150" y="1792287"/>
            <a:ext cx="990600" cy="304800"/>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3"/>
          <p:cNvSpPr txBox="1">
            <a:spLocks noGrp="1"/>
          </p:cNvSpPr>
          <p:nvPr>
            <p:ph type="ftr" idx="11"/>
          </p:nvPr>
        </p:nvSpPr>
        <p:spPr>
          <a:xfrm rot="5400000">
            <a:off x="8960649" y="3226587"/>
            <a:ext cx="3859200" cy="304800"/>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3"/>
          <p:cNvSpPr txBox="1">
            <a:spLocks noGrp="1"/>
          </p:cNvSpPr>
          <p:nvPr>
            <p:ph type="sldNum" idx="12"/>
          </p:nvPr>
        </p:nvSpPr>
        <p:spPr>
          <a:xfrm>
            <a:off x="10350500" y="292100"/>
            <a:ext cx="838200" cy="768300"/>
          </a:xfrm>
          <a:prstGeom prst="rect">
            <a:avLst/>
          </a:prstGeom>
          <a:noFill/>
          <a:ln>
            <a:noFill/>
          </a:ln>
        </p:spPr>
        <p:txBody>
          <a:bodyPr spcFirstLastPara="1" wrap="square" lIns="91425" tIns="45700" rIns="91425" bIns="45700" anchor="b" anchorCtr="0">
            <a:noAutofit/>
          </a:bodyPr>
          <a:lstStyle>
            <a:lvl1pPr marL="0" lvl="0" indent="0" algn="ctr">
              <a:lnSpc>
                <a:spcPct val="100000"/>
              </a:lnSpc>
              <a:spcBef>
                <a:spcPts val="0"/>
              </a:spcBef>
              <a:spcAft>
                <a:spcPts val="0"/>
              </a:spcAft>
              <a:buSzPts val="2800"/>
              <a:buNone/>
              <a:defRPr/>
            </a:lvl1pPr>
            <a:lvl2pPr marL="0" lvl="1" indent="0" algn="ctr">
              <a:lnSpc>
                <a:spcPct val="100000"/>
              </a:lnSpc>
              <a:spcBef>
                <a:spcPts val="0"/>
              </a:spcBef>
              <a:spcAft>
                <a:spcPts val="0"/>
              </a:spcAft>
              <a:buSzPts val="2800"/>
              <a:buNone/>
              <a:defRPr/>
            </a:lvl2pPr>
            <a:lvl3pPr marL="0" lvl="2" indent="0" algn="ctr">
              <a:lnSpc>
                <a:spcPct val="100000"/>
              </a:lnSpc>
              <a:spcBef>
                <a:spcPts val="0"/>
              </a:spcBef>
              <a:spcAft>
                <a:spcPts val="0"/>
              </a:spcAft>
              <a:buSzPts val="2800"/>
              <a:buNone/>
              <a:defRPr/>
            </a:lvl3pPr>
            <a:lvl4pPr marL="0" lvl="3" indent="0" algn="ctr">
              <a:lnSpc>
                <a:spcPct val="100000"/>
              </a:lnSpc>
              <a:spcBef>
                <a:spcPts val="0"/>
              </a:spcBef>
              <a:spcAft>
                <a:spcPts val="0"/>
              </a:spcAft>
              <a:buSzPts val="2800"/>
              <a:buNone/>
              <a:defRPr/>
            </a:lvl4pPr>
            <a:lvl5pPr marL="0" lvl="4" indent="0" algn="ctr">
              <a:lnSpc>
                <a:spcPct val="100000"/>
              </a:lnSpc>
              <a:spcBef>
                <a:spcPts val="0"/>
              </a:spcBef>
              <a:spcAft>
                <a:spcPts val="0"/>
              </a:spcAft>
              <a:buSzPts val="2800"/>
              <a:buNone/>
              <a:defRPr/>
            </a:lvl5pPr>
            <a:lvl6pPr marL="0" lvl="5" indent="0" algn="ctr">
              <a:lnSpc>
                <a:spcPct val="100000"/>
              </a:lnSpc>
              <a:spcBef>
                <a:spcPts val="0"/>
              </a:spcBef>
              <a:spcAft>
                <a:spcPts val="0"/>
              </a:spcAft>
              <a:buSzPts val="2800"/>
              <a:buNone/>
              <a:defRPr/>
            </a:lvl6pPr>
            <a:lvl7pPr marL="0" lvl="6" indent="0" algn="ctr">
              <a:lnSpc>
                <a:spcPct val="100000"/>
              </a:lnSpc>
              <a:spcBef>
                <a:spcPts val="0"/>
              </a:spcBef>
              <a:spcAft>
                <a:spcPts val="0"/>
              </a:spcAft>
              <a:buSzPts val="2800"/>
              <a:buNone/>
              <a:defRPr/>
            </a:lvl7pPr>
            <a:lvl8pPr marL="0" lvl="7" indent="0" algn="ctr">
              <a:lnSpc>
                <a:spcPct val="100000"/>
              </a:lnSpc>
              <a:spcBef>
                <a:spcPts val="0"/>
              </a:spcBef>
              <a:spcAft>
                <a:spcPts val="0"/>
              </a:spcAft>
              <a:buSzPts val="2800"/>
              <a:buNone/>
              <a:defRPr/>
            </a:lvl8pPr>
            <a:lvl9pPr marL="0" lvl="8" indent="0" algn="ctr">
              <a:lnSpc>
                <a:spcPct val="100000"/>
              </a:lnSpc>
              <a:spcBef>
                <a:spcPts val="0"/>
              </a:spcBef>
              <a:spcAft>
                <a:spcPts val="0"/>
              </a:spcAft>
              <a:buSzPts val="2800"/>
              <a:buNone/>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grpSp>
        <p:nvGrpSpPr>
          <p:cNvPr id="10" name="Google Shape;10;p1"/>
          <p:cNvGrpSpPr/>
          <p:nvPr/>
        </p:nvGrpSpPr>
        <p:grpSpPr>
          <a:xfrm>
            <a:off x="0" y="-1587"/>
            <a:ext cx="12192011" cy="6865654"/>
            <a:chOff x="0" y="-2373"/>
            <a:chExt cx="12192011" cy="6867027"/>
          </a:xfrm>
        </p:grpSpPr>
        <p:sp>
          <p:nvSpPr>
            <p:cNvPr id="11" name="Google Shape;11;p1"/>
            <p:cNvSpPr/>
            <p:nvPr/>
          </p:nvSpPr>
          <p:spPr>
            <a:xfrm>
              <a:off x="0" y="0"/>
              <a:ext cx="12192000" cy="6858000"/>
            </a:xfrm>
            <a:prstGeom prst="rect">
              <a:avLst/>
            </a:prstGeom>
            <a:blipFill rotWithShape="1">
              <a:blip r:embed="rId4">
                <a:alphaModFix/>
              </a:blip>
              <a:stretch>
                <a:fillRect/>
              </a:stretch>
            </a:blip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 name="Google Shape;12;p1"/>
            <p:cNvSpPr/>
            <p:nvPr/>
          </p:nvSpPr>
          <p:spPr>
            <a:xfrm>
              <a:off x="3220" y="2667000"/>
              <a:ext cx="4191000" cy="4191000"/>
            </a:xfrm>
            <a:prstGeom prst="ellipse">
              <a:avLst/>
            </a:prstGeom>
            <a:gradFill>
              <a:gsLst>
                <a:gs pos="0">
                  <a:srgbClr val="F7F7F7">
                    <a:alpha val="10588"/>
                  </a:srgbClr>
                </a:gs>
                <a:gs pos="36000">
                  <a:srgbClr val="F7F7F7">
                    <a:alpha val="9411"/>
                  </a:srgbClr>
                </a:gs>
                <a:gs pos="75000">
                  <a:srgbClr val="F7F7F7">
                    <a:alpha val="0"/>
                  </a:srgbClr>
                </a:gs>
                <a:gs pos="100000">
                  <a:srgbClr val="F7F7F7">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 name="Google Shape;13;p1"/>
            <p:cNvSpPr/>
            <p:nvPr/>
          </p:nvSpPr>
          <p:spPr>
            <a:xfrm>
              <a:off x="1750" y="2895600"/>
              <a:ext cx="2362200" cy="2362200"/>
            </a:xfrm>
            <a:prstGeom prst="ellipse">
              <a:avLst/>
            </a:prstGeom>
            <a:gradFill>
              <a:gsLst>
                <a:gs pos="0">
                  <a:srgbClr val="F7F7F7">
                    <a:alpha val="7450"/>
                  </a:srgbClr>
                </a:gs>
                <a:gs pos="36000">
                  <a:srgbClr val="F7F7F7">
                    <a:alpha val="7450"/>
                  </a:srgbClr>
                </a:gs>
                <a:gs pos="72000">
                  <a:srgbClr val="F7F7F7">
                    <a:alpha val="0"/>
                  </a:srgbClr>
                </a:gs>
                <a:gs pos="100000">
                  <a:srgbClr val="F7F7F7">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 name="Google Shape;14;p1"/>
            <p:cNvSpPr/>
            <p:nvPr/>
          </p:nvSpPr>
          <p:spPr>
            <a:xfrm>
              <a:off x="8609012" y="1676400"/>
              <a:ext cx="2819400" cy="2819400"/>
            </a:xfrm>
            <a:prstGeom prst="ellipse">
              <a:avLst/>
            </a:prstGeom>
            <a:gradFill>
              <a:gsLst>
                <a:gs pos="0">
                  <a:srgbClr val="F7F7F7">
                    <a:alpha val="6274"/>
                  </a:srgbClr>
                </a:gs>
                <a:gs pos="36000">
                  <a:srgbClr val="F7F7F7">
                    <a:alpha val="5490"/>
                  </a:srgbClr>
                </a:gs>
                <a:gs pos="69000">
                  <a:srgbClr val="F7F7F7">
                    <a:alpha val="0"/>
                  </a:srgbClr>
                </a:gs>
                <a:gs pos="100000">
                  <a:srgbClr val="F7F7F7">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 name="Google Shape;15;p1"/>
            <p:cNvSpPr/>
            <p:nvPr/>
          </p:nvSpPr>
          <p:spPr>
            <a:xfrm>
              <a:off x="7999412" y="-2373"/>
              <a:ext cx="1600200" cy="1600200"/>
            </a:xfrm>
            <a:prstGeom prst="ellipse">
              <a:avLst/>
            </a:prstGeom>
            <a:gradFill>
              <a:gsLst>
                <a:gs pos="0">
                  <a:srgbClr val="F7F7F7">
                    <a:alpha val="13333"/>
                  </a:srgbClr>
                </a:gs>
                <a:gs pos="36000">
                  <a:srgbClr val="F7F7F7">
                    <a:alpha val="6274"/>
                  </a:srgbClr>
                </a:gs>
                <a:gs pos="73000">
                  <a:srgbClr val="F7F7F7">
                    <a:alpha val="0"/>
                  </a:srgbClr>
                </a:gs>
                <a:gs pos="100000">
                  <a:srgbClr val="F7F7F7">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 name="Google Shape;16;p1"/>
            <p:cNvSpPr/>
            <p:nvPr/>
          </p:nvSpPr>
          <p:spPr>
            <a:xfrm>
              <a:off x="8609012" y="5874054"/>
              <a:ext cx="990600" cy="990600"/>
            </a:xfrm>
            <a:prstGeom prst="ellipse">
              <a:avLst/>
            </a:prstGeom>
            <a:gradFill>
              <a:gsLst>
                <a:gs pos="0">
                  <a:srgbClr val="F7F7F7">
                    <a:alpha val="13333"/>
                  </a:srgbClr>
                </a:gs>
                <a:gs pos="36000">
                  <a:srgbClr val="F7F7F7">
                    <a:alpha val="6274"/>
                  </a:srgbClr>
                </a:gs>
                <a:gs pos="66000">
                  <a:srgbClr val="F7F7F7">
                    <a:alpha val="0"/>
                  </a:srgbClr>
                </a:gs>
                <a:gs pos="100000">
                  <a:srgbClr val="F7F7F7">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 name="Google Shape;17;p1"/>
            <p:cNvSpPr/>
            <p:nvPr/>
          </p:nvSpPr>
          <p:spPr>
            <a:xfrm>
              <a:off x="0" y="804"/>
              <a:ext cx="12192011" cy="6857492"/>
            </a:xfrm>
            <a:custGeom>
              <a:avLst/>
              <a:gdLst/>
              <a:ahLst/>
              <a:cxnLst/>
              <a:rect l="l" t="t" r="r" b="b"/>
              <a:pathLst>
                <a:path w="15356" h="8638" extrusionOk="0">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grpSp>
      <p:sp>
        <p:nvSpPr>
          <p:cNvPr id="18" name="Google Shape;18;p1"/>
          <p:cNvSpPr/>
          <p:nvPr/>
        </p:nvSpPr>
        <p:spPr>
          <a:xfrm>
            <a:off x="10437812" y="0"/>
            <a:ext cx="685800" cy="1143000"/>
          </a:xfrm>
          <a:prstGeom prst="rect">
            <a:avLst/>
          </a:prstGeom>
          <a:solidFill>
            <a:schemeClr val="accent1"/>
          </a:solidFill>
          <a:ln>
            <a:noFill/>
          </a:ln>
          <a:effectLst>
            <a:outerShdw blurRad="63500" dist="25400" dir="5400000">
              <a:srgbClr val="000000">
                <a:alpha val="44705"/>
              </a:srgbClr>
            </a:outerShdw>
          </a:effectLst>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19" name="Google Shape;19;p1"/>
          <p:cNvSpPr txBox="1">
            <a:spLocks noGrp="1"/>
          </p:cNvSpPr>
          <p:nvPr>
            <p:ph type="title"/>
          </p:nvPr>
        </p:nvSpPr>
        <p:spPr>
          <a:xfrm>
            <a:off x="1155700" y="973137"/>
            <a:ext cx="8761500" cy="7080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600" b="0" i="0" u="none" strike="noStrike" cap="none">
                <a:solidFill>
                  <a:schemeClr val="lt2"/>
                </a:solidFill>
                <a:latin typeface="Century Gothic"/>
                <a:ea typeface="Century Gothic"/>
                <a:cs typeface="Century Gothic"/>
                <a:sym typeface="Century Gothic"/>
              </a:defRPr>
            </a:lvl1pPr>
            <a:lvl2pPr marR="0" lvl="1" algn="l" rtl="0">
              <a:lnSpc>
                <a:spcPct val="100000"/>
              </a:lnSpc>
              <a:spcBef>
                <a:spcPts val="0"/>
              </a:spcBef>
              <a:spcAft>
                <a:spcPts val="0"/>
              </a:spcAft>
              <a:buClr>
                <a:srgbClr val="000000"/>
              </a:buClr>
              <a:buSzPts val="1400"/>
              <a:buFont typeface="Arial"/>
              <a:buNone/>
              <a:defRPr sz="3600" b="0" i="0" u="none" strike="noStrike" cap="none">
                <a:solidFill>
                  <a:schemeClr val="lt2"/>
                </a:solidFill>
                <a:latin typeface="Century Gothic"/>
                <a:ea typeface="Century Gothic"/>
                <a:cs typeface="Century Gothic"/>
                <a:sym typeface="Century Gothic"/>
              </a:defRPr>
            </a:lvl2pPr>
            <a:lvl3pPr marR="0" lvl="2" algn="l" rtl="0">
              <a:lnSpc>
                <a:spcPct val="100000"/>
              </a:lnSpc>
              <a:spcBef>
                <a:spcPts val="0"/>
              </a:spcBef>
              <a:spcAft>
                <a:spcPts val="0"/>
              </a:spcAft>
              <a:buClr>
                <a:srgbClr val="000000"/>
              </a:buClr>
              <a:buSzPts val="1400"/>
              <a:buFont typeface="Arial"/>
              <a:buNone/>
              <a:defRPr sz="3600" b="0" i="0" u="none" strike="noStrike" cap="none">
                <a:solidFill>
                  <a:schemeClr val="lt2"/>
                </a:solidFill>
                <a:latin typeface="Century Gothic"/>
                <a:ea typeface="Century Gothic"/>
                <a:cs typeface="Century Gothic"/>
                <a:sym typeface="Century Gothic"/>
              </a:defRPr>
            </a:lvl3pPr>
            <a:lvl4pPr marR="0" lvl="3" algn="l" rtl="0">
              <a:lnSpc>
                <a:spcPct val="100000"/>
              </a:lnSpc>
              <a:spcBef>
                <a:spcPts val="0"/>
              </a:spcBef>
              <a:spcAft>
                <a:spcPts val="0"/>
              </a:spcAft>
              <a:buClr>
                <a:srgbClr val="000000"/>
              </a:buClr>
              <a:buSzPts val="1400"/>
              <a:buFont typeface="Arial"/>
              <a:buNone/>
              <a:defRPr sz="3600" b="0" i="0" u="none" strike="noStrike" cap="none">
                <a:solidFill>
                  <a:schemeClr val="lt2"/>
                </a:solidFill>
                <a:latin typeface="Century Gothic"/>
                <a:ea typeface="Century Gothic"/>
                <a:cs typeface="Century Gothic"/>
                <a:sym typeface="Century Gothic"/>
              </a:defRPr>
            </a:lvl4pPr>
            <a:lvl5pPr marR="0" lvl="4" algn="l" rtl="0">
              <a:lnSpc>
                <a:spcPct val="100000"/>
              </a:lnSpc>
              <a:spcBef>
                <a:spcPts val="0"/>
              </a:spcBef>
              <a:spcAft>
                <a:spcPts val="0"/>
              </a:spcAft>
              <a:buClr>
                <a:srgbClr val="000000"/>
              </a:buClr>
              <a:buSzPts val="1400"/>
              <a:buFont typeface="Arial"/>
              <a:buNone/>
              <a:defRPr sz="3600" b="0" i="0" u="none" strike="noStrike" cap="none">
                <a:solidFill>
                  <a:schemeClr val="lt2"/>
                </a:solidFill>
                <a:latin typeface="Century Gothic"/>
                <a:ea typeface="Century Gothic"/>
                <a:cs typeface="Century Gothic"/>
                <a:sym typeface="Century Gothic"/>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2"/>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2"/>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2"/>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2"/>
                </a:solidFill>
                <a:latin typeface="Arial"/>
                <a:ea typeface="Arial"/>
                <a:cs typeface="Arial"/>
                <a:sym typeface="Arial"/>
              </a:defRPr>
            </a:lvl9pPr>
          </a:lstStyle>
          <a:p>
            <a:endParaRPr/>
          </a:p>
        </p:txBody>
      </p:sp>
      <p:sp>
        <p:nvSpPr>
          <p:cNvPr id="20" name="Google Shape;20;p1"/>
          <p:cNvSpPr txBox="1">
            <a:spLocks noGrp="1"/>
          </p:cNvSpPr>
          <p:nvPr>
            <p:ph type="body" idx="1"/>
          </p:nvPr>
        </p:nvSpPr>
        <p:spPr>
          <a:xfrm>
            <a:off x="1155700" y="2603500"/>
            <a:ext cx="8761500" cy="3416400"/>
          </a:xfrm>
          <a:prstGeom prst="rect">
            <a:avLst/>
          </a:prstGeom>
          <a:noFill/>
          <a:ln>
            <a:noFill/>
          </a:ln>
        </p:spPr>
        <p:txBody>
          <a:bodyPr spcFirstLastPara="1" wrap="square" lIns="91425" tIns="45700" rIns="91425" bIns="45700" anchor="t" anchorCtr="0">
            <a:noAutofit/>
          </a:bodyPr>
          <a:lstStyle>
            <a:lvl1pPr marL="457200" marR="0" lvl="0" indent="-320040" algn="l" rtl="0">
              <a:lnSpc>
                <a:spcPct val="100000"/>
              </a:lnSpc>
              <a:spcBef>
                <a:spcPts val="1000"/>
              </a:spcBef>
              <a:spcAft>
                <a:spcPts val="0"/>
              </a:spcAft>
              <a:buClr>
                <a:schemeClr val="accent1"/>
              </a:buClr>
              <a:buSzPts val="1440"/>
              <a:buFont typeface="Noto Sans Symbols"/>
              <a:buChar char="►"/>
              <a:defRPr sz="1800" b="0" i="0" u="none" strike="noStrike" cap="none">
                <a:solidFill>
                  <a:srgbClr val="404040"/>
                </a:solidFill>
                <a:latin typeface="Century Gothic"/>
                <a:ea typeface="Century Gothic"/>
                <a:cs typeface="Century Gothic"/>
                <a:sym typeface="Century Gothic"/>
              </a:defRPr>
            </a:lvl1pPr>
            <a:lvl2pPr marL="914400" marR="0" lvl="1" indent="-309880" algn="l" rtl="0">
              <a:lnSpc>
                <a:spcPct val="100000"/>
              </a:lnSpc>
              <a:spcBef>
                <a:spcPts val="1000"/>
              </a:spcBef>
              <a:spcAft>
                <a:spcPts val="0"/>
              </a:spcAft>
              <a:buClr>
                <a:schemeClr val="accent1"/>
              </a:buClr>
              <a:buSzPts val="1280"/>
              <a:buFont typeface="Noto Sans Symbols"/>
              <a:buChar char="►"/>
              <a:defRPr sz="1600" b="0" i="0" u="none" strike="noStrike" cap="none">
                <a:solidFill>
                  <a:srgbClr val="404040"/>
                </a:solidFill>
                <a:latin typeface="Century Gothic"/>
                <a:ea typeface="Century Gothic"/>
                <a:cs typeface="Century Gothic"/>
                <a:sym typeface="Century Gothic"/>
              </a:defRPr>
            </a:lvl2pPr>
            <a:lvl3pPr marL="1371600" marR="0" lvl="2" indent="-299720" algn="l" rtl="0">
              <a:lnSpc>
                <a:spcPct val="100000"/>
              </a:lnSpc>
              <a:spcBef>
                <a:spcPts val="1000"/>
              </a:spcBef>
              <a:spcAft>
                <a:spcPts val="0"/>
              </a:spcAft>
              <a:buClr>
                <a:schemeClr val="accent1"/>
              </a:buClr>
              <a:buSzPts val="1120"/>
              <a:buFont typeface="Noto Sans Symbols"/>
              <a:buChar char="►"/>
              <a:defRPr sz="1400" b="0" i="0" u="none" strike="noStrike" cap="none">
                <a:solidFill>
                  <a:srgbClr val="404040"/>
                </a:solidFill>
                <a:latin typeface="Century Gothic"/>
                <a:ea typeface="Century Gothic"/>
                <a:cs typeface="Century Gothic"/>
                <a:sym typeface="Century Gothic"/>
              </a:defRPr>
            </a:lvl3pPr>
            <a:lvl4pPr marL="1828800" marR="0" lvl="3" indent="-289560" algn="l" rtl="0">
              <a:lnSpc>
                <a:spcPct val="100000"/>
              </a:lnSpc>
              <a:spcBef>
                <a:spcPts val="1000"/>
              </a:spcBef>
              <a:spcAft>
                <a:spcPts val="0"/>
              </a:spcAft>
              <a:buClr>
                <a:schemeClr val="accent1"/>
              </a:buClr>
              <a:buSzPts val="960"/>
              <a:buFont typeface="Noto Sans Symbols"/>
              <a:buChar char="►"/>
              <a:defRPr sz="1200" b="0" i="0" u="none" strike="noStrike" cap="none">
                <a:solidFill>
                  <a:srgbClr val="404040"/>
                </a:solidFill>
                <a:latin typeface="Century Gothic"/>
                <a:ea typeface="Century Gothic"/>
                <a:cs typeface="Century Gothic"/>
                <a:sym typeface="Century Gothic"/>
              </a:defRPr>
            </a:lvl4pPr>
            <a:lvl5pPr marL="2286000" marR="0" lvl="4" indent="-289560" algn="l" rtl="0">
              <a:lnSpc>
                <a:spcPct val="100000"/>
              </a:lnSpc>
              <a:spcBef>
                <a:spcPts val="1000"/>
              </a:spcBef>
              <a:spcAft>
                <a:spcPts val="0"/>
              </a:spcAft>
              <a:buClr>
                <a:schemeClr val="accent1"/>
              </a:buClr>
              <a:buSzPts val="960"/>
              <a:buFont typeface="Noto Sans Symbols"/>
              <a:buChar char="►"/>
              <a:defRPr sz="1200" b="0" i="0" u="none" strike="noStrike" cap="none">
                <a:solidFill>
                  <a:srgbClr val="404040"/>
                </a:solidFill>
                <a:latin typeface="Century Gothic"/>
                <a:ea typeface="Century Gothic"/>
                <a:cs typeface="Century Gothic"/>
                <a:sym typeface="Century Gothic"/>
              </a:defRPr>
            </a:lvl5pPr>
            <a:lvl6pPr marL="2743200" marR="0" lvl="5" indent="-289560" algn="l" rtl="0">
              <a:lnSpc>
                <a:spcPct val="100000"/>
              </a:lnSpc>
              <a:spcBef>
                <a:spcPts val="1000"/>
              </a:spcBef>
              <a:spcAft>
                <a:spcPts val="0"/>
              </a:spcAft>
              <a:buClr>
                <a:schemeClr val="accent1"/>
              </a:buClr>
              <a:buSzPts val="960"/>
              <a:buFont typeface="Noto Sans Symbols"/>
              <a:buChar char="►"/>
              <a:defRPr sz="1200" b="0" i="0" u="none" strike="noStrike" cap="none">
                <a:solidFill>
                  <a:srgbClr val="3F3F3F"/>
                </a:solidFill>
                <a:latin typeface="Century Gothic"/>
                <a:ea typeface="Century Gothic"/>
                <a:cs typeface="Century Gothic"/>
                <a:sym typeface="Century Gothic"/>
              </a:defRPr>
            </a:lvl6pPr>
            <a:lvl7pPr marL="3200400" marR="0" lvl="6" indent="-289560" algn="l" rtl="0">
              <a:lnSpc>
                <a:spcPct val="100000"/>
              </a:lnSpc>
              <a:spcBef>
                <a:spcPts val="1000"/>
              </a:spcBef>
              <a:spcAft>
                <a:spcPts val="0"/>
              </a:spcAft>
              <a:buClr>
                <a:schemeClr val="accent1"/>
              </a:buClr>
              <a:buSzPts val="960"/>
              <a:buFont typeface="Noto Sans Symbols"/>
              <a:buChar char="►"/>
              <a:defRPr sz="1200" b="0" i="0" u="none" strike="noStrike" cap="none">
                <a:solidFill>
                  <a:srgbClr val="3F3F3F"/>
                </a:solidFill>
                <a:latin typeface="Century Gothic"/>
                <a:ea typeface="Century Gothic"/>
                <a:cs typeface="Century Gothic"/>
                <a:sym typeface="Century Gothic"/>
              </a:defRPr>
            </a:lvl7pPr>
            <a:lvl8pPr marL="3657600" marR="0" lvl="7" indent="-289560" algn="l" rtl="0">
              <a:lnSpc>
                <a:spcPct val="100000"/>
              </a:lnSpc>
              <a:spcBef>
                <a:spcPts val="1000"/>
              </a:spcBef>
              <a:spcAft>
                <a:spcPts val="0"/>
              </a:spcAft>
              <a:buClr>
                <a:schemeClr val="accent1"/>
              </a:buClr>
              <a:buSzPts val="960"/>
              <a:buFont typeface="Noto Sans Symbols"/>
              <a:buChar char="►"/>
              <a:defRPr sz="1200" b="0" i="0" u="none" strike="noStrike" cap="none">
                <a:solidFill>
                  <a:srgbClr val="3F3F3F"/>
                </a:solidFill>
                <a:latin typeface="Century Gothic"/>
                <a:ea typeface="Century Gothic"/>
                <a:cs typeface="Century Gothic"/>
                <a:sym typeface="Century Gothic"/>
              </a:defRPr>
            </a:lvl8pPr>
            <a:lvl9pPr marL="4114800" marR="0" lvl="8" indent="-289560" algn="l" rtl="0">
              <a:lnSpc>
                <a:spcPct val="100000"/>
              </a:lnSpc>
              <a:spcBef>
                <a:spcPts val="1000"/>
              </a:spcBef>
              <a:spcAft>
                <a:spcPts val="0"/>
              </a:spcAft>
              <a:buClr>
                <a:schemeClr val="accent1"/>
              </a:buClr>
              <a:buSzPts val="960"/>
              <a:buFont typeface="Noto Sans Symbols"/>
              <a:buChar char="►"/>
              <a:defRPr sz="1200" b="0" i="0" u="none" strike="noStrike" cap="none">
                <a:solidFill>
                  <a:srgbClr val="3F3F3F"/>
                </a:solidFill>
                <a:latin typeface="Century Gothic"/>
                <a:ea typeface="Century Gothic"/>
                <a:cs typeface="Century Gothic"/>
                <a:sym typeface="Century Gothic"/>
              </a:defRPr>
            </a:lvl9pPr>
          </a:lstStyle>
          <a:p>
            <a:endParaRPr/>
          </a:p>
        </p:txBody>
      </p:sp>
      <p:sp>
        <p:nvSpPr>
          <p:cNvPr id="21" name="Google Shape;21;p1"/>
          <p:cNvSpPr txBox="1">
            <a:spLocks noGrp="1"/>
          </p:cNvSpPr>
          <p:nvPr>
            <p:ph type="dt" idx="10"/>
          </p:nvPr>
        </p:nvSpPr>
        <p:spPr>
          <a:xfrm rot="5400000">
            <a:off x="10090150" y="1792287"/>
            <a:ext cx="990600" cy="3048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000" b="0" i="0" u="none" strike="noStrike" cap="none">
                <a:solidFill>
                  <a:schemeClr val="lt1"/>
                </a:solidFill>
                <a:latin typeface="Century Gothic"/>
                <a:ea typeface="Century Gothic"/>
                <a:cs typeface="Century Gothic"/>
                <a:sym typeface="Century Gothic"/>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22" name="Google Shape;22;p1"/>
          <p:cNvSpPr txBox="1">
            <a:spLocks noGrp="1"/>
          </p:cNvSpPr>
          <p:nvPr>
            <p:ph type="ftr" idx="11"/>
          </p:nvPr>
        </p:nvSpPr>
        <p:spPr>
          <a:xfrm rot="5400000">
            <a:off x="8960649" y="3226587"/>
            <a:ext cx="3859200" cy="3048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23" name="Google Shape;23;p1"/>
          <p:cNvSpPr txBox="1">
            <a:spLocks noGrp="1"/>
          </p:cNvSpPr>
          <p:nvPr>
            <p:ph type="sldNum" idx="12"/>
          </p:nvPr>
        </p:nvSpPr>
        <p:spPr>
          <a:xfrm>
            <a:off x="10350500" y="292100"/>
            <a:ext cx="838200" cy="768300"/>
          </a:xfrm>
          <a:prstGeom prst="rect">
            <a:avLst/>
          </a:prstGeom>
          <a:noFill/>
          <a:ln>
            <a:noFill/>
          </a:ln>
        </p:spPr>
        <p:txBody>
          <a:bodyPr spcFirstLastPara="1" wrap="square" lIns="91425" tIns="45700" rIns="91425" bIns="45700" anchor="b" anchorCtr="0">
            <a:noAutofit/>
          </a:bodyPr>
          <a:lstStyle>
            <a:lvl1pPr marL="0" marR="0" lvl="0" indent="0" algn="ctr" rtl="0">
              <a:lnSpc>
                <a:spcPct val="100000"/>
              </a:lnSpc>
              <a:spcBef>
                <a:spcPts val="0"/>
              </a:spcBef>
              <a:spcAft>
                <a:spcPts val="0"/>
              </a:spcAft>
              <a:buClr>
                <a:schemeClr val="lt1"/>
              </a:buClr>
              <a:buSzPts val="2800"/>
              <a:buFont typeface="Century Gothic"/>
              <a:buNone/>
              <a:defRPr sz="2800" b="0" i="0" u="none" strike="noStrike" cap="none">
                <a:solidFill>
                  <a:schemeClr val="lt1"/>
                </a:solidFill>
                <a:latin typeface="Century Gothic"/>
                <a:ea typeface="Century Gothic"/>
                <a:cs typeface="Century Gothic"/>
                <a:sym typeface="Century Gothic"/>
              </a:defRPr>
            </a:lvl1pPr>
            <a:lvl2pPr marL="0" marR="0" lvl="1" indent="0" algn="ctr" rtl="0">
              <a:lnSpc>
                <a:spcPct val="100000"/>
              </a:lnSpc>
              <a:spcBef>
                <a:spcPts val="0"/>
              </a:spcBef>
              <a:spcAft>
                <a:spcPts val="0"/>
              </a:spcAft>
              <a:buClr>
                <a:schemeClr val="lt1"/>
              </a:buClr>
              <a:buSzPts val="2800"/>
              <a:buFont typeface="Century Gothic"/>
              <a:buNone/>
              <a:defRPr sz="2800" b="0" i="0" u="none" strike="noStrike" cap="none">
                <a:solidFill>
                  <a:schemeClr val="lt1"/>
                </a:solidFill>
                <a:latin typeface="Century Gothic"/>
                <a:ea typeface="Century Gothic"/>
                <a:cs typeface="Century Gothic"/>
                <a:sym typeface="Century Gothic"/>
              </a:defRPr>
            </a:lvl2pPr>
            <a:lvl3pPr marL="0" marR="0" lvl="2" indent="0" algn="ctr" rtl="0">
              <a:lnSpc>
                <a:spcPct val="100000"/>
              </a:lnSpc>
              <a:spcBef>
                <a:spcPts val="0"/>
              </a:spcBef>
              <a:spcAft>
                <a:spcPts val="0"/>
              </a:spcAft>
              <a:buClr>
                <a:schemeClr val="lt1"/>
              </a:buClr>
              <a:buSzPts val="2800"/>
              <a:buFont typeface="Century Gothic"/>
              <a:buNone/>
              <a:defRPr sz="2800" b="0" i="0" u="none" strike="noStrike" cap="none">
                <a:solidFill>
                  <a:schemeClr val="lt1"/>
                </a:solidFill>
                <a:latin typeface="Century Gothic"/>
                <a:ea typeface="Century Gothic"/>
                <a:cs typeface="Century Gothic"/>
                <a:sym typeface="Century Gothic"/>
              </a:defRPr>
            </a:lvl3pPr>
            <a:lvl4pPr marL="0" marR="0" lvl="3" indent="0" algn="ctr" rtl="0">
              <a:lnSpc>
                <a:spcPct val="100000"/>
              </a:lnSpc>
              <a:spcBef>
                <a:spcPts val="0"/>
              </a:spcBef>
              <a:spcAft>
                <a:spcPts val="0"/>
              </a:spcAft>
              <a:buClr>
                <a:schemeClr val="lt1"/>
              </a:buClr>
              <a:buSzPts val="2800"/>
              <a:buFont typeface="Century Gothic"/>
              <a:buNone/>
              <a:defRPr sz="2800" b="0" i="0" u="none" strike="noStrike" cap="none">
                <a:solidFill>
                  <a:schemeClr val="lt1"/>
                </a:solidFill>
                <a:latin typeface="Century Gothic"/>
                <a:ea typeface="Century Gothic"/>
                <a:cs typeface="Century Gothic"/>
                <a:sym typeface="Century Gothic"/>
              </a:defRPr>
            </a:lvl4pPr>
            <a:lvl5pPr marL="0" marR="0" lvl="4" indent="0" algn="ctr" rtl="0">
              <a:lnSpc>
                <a:spcPct val="100000"/>
              </a:lnSpc>
              <a:spcBef>
                <a:spcPts val="0"/>
              </a:spcBef>
              <a:spcAft>
                <a:spcPts val="0"/>
              </a:spcAft>
              <a:buClr>
                <a:schemeClr val="lt1"/>
              </a:buClr>
              <a:buSzPts val="2800"/>
              <a:buFont typeface="Century Gothic"/>
              <a:buNone/>
              <a:defRPr sz="2800" b="0" i="0" u="none" strike="noStrike" cap="none">
                <a:solidFill>
                  <a:schemeClr val="lt1"/>
                </a:solidFill>
                <a:latin typeface="Century Gothic"/>
                <a:ea typeface="Century Gothic"/>
                <a:cs typeface="Century Gothic"/>
                <a:sym typeface="Century Gothic"/>
              </a:defRPr>
            </a:lvl5pPr>
            <a:lvl6pPr marL="0" marR="0" lvl="5" indent="0" algn="ctr" rtl="0">
              <a:lnSpc>
                <a:spcPct val="100000"/>
              </a:lnSpc>
              <a:spcBef>
                <a:spcPts val="0"/>
              </a:spcBef>
              <a:spcAft>
                <a:spcPts val="0"/>
              </a:spcAft>
              <a:buClr>
                <a:schemeClr val="lt1"/>
              </a:buClr>
              <a:buSzPts val="2800"/>
              <a:buFont typeface="Century Gothic"/>
              <a:buNone/>
              <a:defRPr sz="2800" b="0" i="0" u="none" strike="noStrike" cap="none">
                <a:solidFill>
                  <a:schemeClr val="lt1"/>
                </a:solidFill>
                <a:latin typeface="Century Gothic"/>
                <a:ea typeface="Century Gothic"/>
                <a:cs typeface="Century Gothic"/>
                <a:sym typeface="Century Gothic"/>
              </a:defRPr>
            </a:lvl6pPr>
            <a:lvl7pPr marL="0" marR="0" lvl="6" indent="0" algn="ctr" rtl="0">
              <a:lnSpc>
                <a:spcPct val="100000"/>
              </a:lnSpc>
              <a:spcBef>
                <a:spcPts val="0"/>
              </a:spcBef>
              <a:spcAft>
                <a:spcPts val="0"/>
              </a:spcAft>
              <a:buClr>
                <a:schemeClr val="lt1"/>
              </a:buClr>
              <a:buSzPts val="2800"/>
              <a:buFont typeface="Century Gothic"/>
              <a:buNone/>
              <a:defRPr sz="2800" b="0" i="0" u="none" strike="noStrike" cap="none">
                <a:solidFill>
                  <a:schemeClr val="lt1"/>
                </a:solidFill>
                <a:latin typeface="Century Gothic"/>
                <a:ea typeface="Century Gothic"/>
                <a:cs typeface="Century Gothic"/>
                <a:sym typeface="Century Gothic"/>
              </a:defRPr>
            </a:lvl7pPr>
            <a:lvl8pPr marL="0" marR="0" lvl="7" indent="0" algn="ctr" rtl="0">
              <a:lnSpc>
                <a:spcPct val="100000"/>
              </a:lnSpc>
              <a:spcBef>
                <a:spcPts val="0"/>
              </a:spcBef>
              <a:spcAft>
                <a:spcPts val="0"/>
              </a:spcAft>
              <a:buClr>
                <a:schemeClr val="lt1"/>
              </a:buClr>
              <a:buSzPts val="2800"/>
              <a:buFont typeface="Century Gothic"/>
              <a:buNone/>
              <a:defRPr sz="2800" b="0" i="0" u="none" strike="noStrike" cap="none">
                <a:solidFill>
                  <a:schemeClr val="lt1"/>
                </a:solidFill>
                <a:latin typeface="Century Gothic"/>
                <a:ea typeface="Century Gothic"/>
                <a:cs typeface="Century Gothic"/>
                <a:sym typeface="Century Gothic"/>
              </a:defRPr>
            </a:lvl8pPr>
            <a:lvl9pPr marL="0" marR="0" lvl="8" indent="0" algn="ctr" rtl="0">
              <a:lnSpc>
                <a:spcPct val="100000"/>
              </a:lnSpc>
              <a:spcBef>
                <a:spcPts val="0"/>
              </a:spcBef>
              <a:spcAft>
                <a:spcPts val="0"/>
              </a:spcAft>
              <a:buClr>
                <a:schemeClr val="lt1"/>
              </a:buClr>
              <a:buSzPts val="2800"/>
              <a:buFont typeface="Century Gothic"/>
              <a:buNone/>
              <a:defRPr sz="2800" b="0" i="0" u="none" strike="noStrike" cap="none">
                <a:solidFill>
                  <a:schemeClr val="lt1"/>
                </a:solidFill>
                <a:latin typeface="Century Gothic"/>
                <a:ea typeface="Century Gothic"/>
                <a:cs typeface="Century Gothic"/>
                <a:sym typeface="Century Gothic"/>
              </a:defRPr>
            </a:lvl9pPr>
          </a:lstStyle>
          <a:p>
            <a:pPr marL="0" lvl="0" indent="0" algn="ctr" rtl="0">
              <a:spcBef>
                <a:spcPts val="0"/>
              </a:spcBef>
              <a:spcAft>
                <a:spcPts val="0"/>
              </a:spcAft>
              <a:buNone/>
            </a:pPr>
            <a:fld id="{00000000-1234-1234-1234-123412341234}" type="slidenum">
              <a:rPr lang="en-US"/>
              <a:t>‹#›</a:t>
            </a:fld>
            <a:endParaRPr sz="1400">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9"/>
        <p:cNvGrpSpPr/>
        <p:nvPr/>
      </p:nvGrpSpPr>
      <p:grpSpPr>
        <a:xfrm>
          <a:off x="0" y="0"/>
          <a:ext cx="0" cy="0"/>
          <a:chOff x="0" y="0"/>
          <a:chExt cx="0" cy="0"/>
        </a:xfrm>
      </p:grpSpPr>
      <p:sp>
        <p:nvSpPr>
          <p:cNvPr id="40" name="Google Shape;40;p4"/>
          <p:cNvSpPr txBox="1">
            <a:spLocks noGrp="1"/>
          </p:cNvSpPr>
          <p:nvPr>
            <p:ph type="ctrTitle"/>
          </p:nvPr>
        </p:nvSpPr>
        <p:spPr>
          <a:xfrm>
            <a:off x="996950" y="1157275"/>
            <a:ext cx="11195100" cy="6510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rgbClr val="FFFF00"/>
              </a:buClr>
              <a:buSzPts val="3600"/>
              <a:buFont typeface="Century Gothic"/>
              <a:buNone/>
            </a:pPr>
            <a:r>
              <a:rPr lang="en-US" sz="3600" dirty="0">
                <a:solidFill>
                  <a:srgbClr val="FFFF00"/>
                </a:solidFill>
              </a:rPr>
              <a:t>FLIGHT INFORMATION SYSTEM</a:t>
            </a:r>
            <a:endParaRPr dirty="0"/>
          </a:p>
        </p:txBody>
      </p:sp>
      <p:sp>
        <p:nvSpPr>
          <p:cNvPr id="41" name="Google Shape;41;p4"/>
          <p:cNvSpPr txBox="1">
            <a:spLocks noGrp="1"/>
          </p:cNvSpPr>
          <p:nvPr>
            <p:ph type="subTitle" idx="1"/>
          </p:nvPr>
        </p:nvSpPr>
        <p:spPr>
          <a:xfrm>
            <a:off x="6244062" y="3429012"/>
            <a:ext cx="5465700" cy="2362200"/>
          </a:xfrm>
          <a:prstGeom prst="rect">
            <a:avLst/>
          </a:prstGeom>
          <a:noFill/>
          <a:ln>
            <a:noFill/>
          </a:ln>
        </p:spPr>
        <p:txBody>
          <a:bodyPr spcFirstLastPara="1" wrap="square" lIns="91425" tIns="45700" rIns="91425" bIns="45700" anchor="t" anchorCtr="0">
            <a:noAutofit/>
          </a:bodyPr>
          <a:lstStyle/>
          <a:p>
            <a:pPr marL="0" lvl="0" indent="0" algn="r" rtl="0">
              <a:lnSpc>
                <a:spcPct val="100000"/>
              </a:lnSpc>
              <a:spcBef>
                <a:spcPts val="0"/>
              </a:spcBef>
              <a:spcAft>
                <a:spcPts val="0"/>
              </a:spcAft>
              <a:buSzPts val="1920"/>
              <a:buNone/>
            </a:pPr>
            <a:r>
              <a:rPr lang="en-US" sz="2400" b="0" i="0" u="none" dirty="0">
                <a:solidFill>
                  <a:schemeClr val="accent1"/>
                </a:solidFill>
                <a:latin typeface="Century Gothic"/>
                <a:ea typeface="Century Gothic"/>
                <a:cs typeface="Century Gothic"/>
                <a:sym typeface="Century Gothic"/>
              </a:rPr>
              <a:t>PRESENTED BY : </a:t>
            </a:r>
            <a:endParaRPr dirty="0"/>
          </a:p>
          <a:p>
            <a:pPr marL="0" lvl="0" indent="0" algn="r" rtl="0">
              <a:lnSpc>
                <a:spcPct val="100000"/>
              </a:lnSpc>
              <a:spcBef>
                <a:spcPts val="1000"/>
              </a:spcBef>
              <a:spcAft>
                <a:spcPts val="0"/>
              </a:spcAft>
              <a:buSzPts val="1920"/>
              <a:buNone/>
            </a:pPr>
            <a:r>
              <a:rPr lang="en-US" sz="2400" dirty="0"/>
              <a:t>SRIRAM BHASKARA(1CR25CS187</a:t>
            </a:r>
            <a:endParaRPr sz="2400" dirty="0"/>
          </a:p>
          <a:p>
            <a:pPr marL="0" lvl="0" indent="0" algn="r" rtl="0">
              <a:lnSpc>
                <a:spcPct val="100000"/>
              </a:lnSpc>
              <a:spcBef>
                <a:spcPts val="1000"/>
              </a:spcBef>
              <a:spcAft>
                <a:spcPts val="0"/>
              </a:spcAft>
              <a:buSzPts val="1920"/>
              <a:buNone/>
            </a:pPr>
            <a:r>
              <a:rPr lang="en-US" sz="2400" dirty="0"/>
              <a:t>SUHAAS S REDDY(1CR25CS188)</a:t>
            </a:r>
            <a:endParaRPr dirty="0"/>
          </a:p>
          <a:p>
            <a:pPr marL="0" lvl="0" indent="0" algn="r" rtl="0">
              <a:lnSpc>
                <a:spcPct val="100000"/>
              </a:lnSpc>
              <a:spcBef>
                <a:spcPts val="1000"/>
              </a:spcBef>
              <a:spcAft>
                <a:spcPts val="0"/>
              </a:spcAft>
              <a:buSzPts val="1920"/>
              <a:buNone/>
            </a:pPr>
            <a:r>
              <a:rPr lang="en-US" sz="2400" dirty="0"/>
              <a:t>RATAN OJHA(1CR25EC167)</a:t>
            </a:r>
            <a:br>
              <a:rPr lang="en-US" sz="2400" dirty="0"/>
            </a:br>
            <a:r>
              <a:rPr lang="en-US" sz="2400" dirty="0"/>
              <a:t>RUCHITHA(1CR25EC168)</a:t>
            </a:r>
            <a:endParaRPr dirty="0"/>
          </a:p>
          <a:p>
            <a:pPr marL="0" lvl="0" indent="0" algn="r" rtl="0">
              <a:lnSpc>
                <a:spcPct val="100000"/>
              </a:lnSpc>
              <a:spcBef>
                <a:spcPts val="1000"/>
              </a:spcBef>
              <a:spcAft>
                <a:spcPts val="0"/>
              </a:spcAft>
              <a:buSzPts val="1920"/>
              <a:buNone/>
            </a:pPr>
            <a:r>
              <a:rPr lang="en-US" sz="2400" b="0" i="0" u="none" dirty="0">
                <a:solidFill>
                  <a:schemeClr val="accent1"/>
                </a:solidFill>
                <a:latin typeface="Century Gothic"/>
                <a:ea typeface="Century Gothic"/>
                <a:cs typeface="Century Gothic"/>
                <a:sym typeface="Century Gothic"/>
              </a:rPr>
              <a:t> </a:t>
            </a:r>
            <a:endParaRPr dirty="0"/>
          </a:p>
        </p:txBody>
      </p:sp>
      <p:sp>
        <p:nvSpPr>
          <p:cNvPr id="42" name="Google Shape;42;p4"/>
          <p:cNvSpPr txBox="1"/>
          <p:nvPr/>
        </p:nvSpPr>
        <p:spPr>
          <a:xfrm>
            <a:off x="5761934" y="5661396"/>
            <a:ext cx="5465700" cy="492412"/>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0" i="0" u="none" strike="noStrike" cap="none" dirty="0">
                <a:solidFill>
                  <a:srgbClr val="00FF00"/>
                </a:solidFill>
                <a:latin typeface="Century Gothic"/>
                <a:ea typeface="Century Gothic"/>
                <a:cs typeface="Century Gothic"/>
                <a:sym typeface="Century Gothic"/>
              </a:rPr>
              <a:t>Faculty Guide: Prof. MANJUNATH V GUDUR</a:t>
            </a:r>
            <a:endParaRPr sz="2000" b="0" i="0" u="none" strike="noStrike" cap="none" dirty="0">
              <a:solidFill>
                <a:srgbClr val="00FF00"/>
              </a:solidFill>
              <a:latin typeface="Century Gothic"/>
              <a:ea typeface="Century Gothic"/>
              <a:cs typeface="Century Gothic"/>
              <a:sym typeface="Century Gothic"/>
            </a:endParaRPr>
          </a:p>
        </p:txBody>
      </p:sp>
      <p:pic>
        <p:nvPicPr>
          <p:cNvPr id="43" name="Google Shape;43;p4" descr="CMRIT 25 YEARS LOGO"/>
          <p:cNvPicPr preferRelativeResize="0"/>
          <p:nvPr/>
        </p:nvPicPr>
        <p:blipFill rotWithShape="1">
          <a:blip r:embed="rId3">
            <a:alphaModFix/>
          </a:blip>
          <a:srcRect/>
          <a:stretch/>
        </p:blipFill>
        <p:spPr>
          <a:xfrm>
            <a:off x="781620" y="2581436"/>
            <a:ext cx="4407761" cy="29049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8"/>
        <p:cNvGrpSpPr/>
        <p:nvPr/>
      </p:nvGrpSpPr>
      <p:grpSpPr>
        <a:xfrm>
          <a:off x="0" y="0"/>
          <a:ext cx="0" cy="0"/>
          <a:chOff x="0" y="0"/>
          <a:chExt cx="0" cy="0"/>
        </a:xfrm>
      </p:grpSpPr>
      <p:sp>
        <p:nvSpPr>
          <p:cNvPr id="49" name="Google Shape;49;p5"/>
          <p:cNvSpPr txBox="1">
            <a:spLocks noGrp="1"/>
          </p:cNvSpPr>
          <p:nvPr>
            <p:ph type="title"/>
          </p:nvPr>
        </p:nvSpPr>
        <p:spPr>
          <a:xfrm>
            <a:off x="1354728" y="1453675"/>
            <a:ext cx="8761500" cy="708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SzPts val="1400"/>
              <a:buNone/>
            </a:pPr>
            <a:r>
              <a:rPr lang="en-US" dirty="0"/>
              <a:t>INTRODUCTION</a:t>
            </a:r>
            <a:endParaRPr dirty="0"/>
          </a:p>
        </p:txBody>
      </p:sp>
      <p:sp>
        <p:nvSpPr>
          <p:cNvPr id="50" name="Google Shape;50;p5"/>
          <p:cNvSpPr txBox="1">
            <a:spLocks noGrp="1"/>
          </p:cNvSpPr>
          <p:nvPr>
            <p:ph type="sldNum" idx="12"/>
          </p:nvPr>
        </p:nvSpPr>
        <p:spPr>
          <a:xfrm>
            <a:off x="10350500" y="292100"/>
            <a:ext cx="838200" cy="7683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lt1"/>
              </a:buClr>
              <a:buSzPts val="2800"/>
              <a:buFont typeface="Century Gothic"/>
              <a:buNone/>
            </a:pPr>
            <a:fld id="{00000000-1234-1234-1234-123412341234}" type="slidenum">
              <a:rPr lang="en-US"/>
              <a:t>2</a:t>
            </a:fld>
            <a:endParaRPr/>
          </a:p>
        </p:txBody>
      </p:sp>
      <p:sp>
        <p:nvSpPr>
          <p:cNvPr id="51" name="Google Shape;51;p5"/>
          <p:cNvSpPr txBox="1"/>
          <p:nvPr/>
        </p:nvSpPr>
        <p:spPr>
          <a:xfrm>
            <a:off x="779900" y="2554950"/>
            <a:ext cx="10919100" cy="3416290"/>
          </a:xfrm>
          <a:prstGeom prst="rect">
            <a:avLst/>
          </a:prstGeom>
          <a:noFill/>
          <a:ln>
            <a:noFill/>
          </a:ln>
        </p:spPr>
        <p:txBody>
          <a:bodyPr spcFirstLastPara="1" wrap="square" lIns="91425" tIns="91425" rIns="91425" bIns="91425" anchor="t" anchorCtr="0">
            <a:spAutoFit/>
          </a:bodyPr>
          <a:lstStyle/>
          <a:p>
            <a:r>
              <a:rPr lang="en-US" b="1" dirty="0" err="1">
                <a:solidFill>
                  <a:schemeClr val="bg1"/>
                </a:solidFill>
              </a:rPr>
              <a:t>AeroVision</a:t>
            </a:r>
            <a:r>
              <a:rPr lang="en-US" b="1" dirty="0">
                <a:solidFill>
                  <a:schemeClr val="bg1"/>
                </a:solidFill>
              </a:rPr>
              <a:t> is a real-time, web-based Flight Information System designed to </a:t>
            </a:r>
            <a:r>
              <a:rPr lang="en-US" b="1" dirty="0" err="1">
                <a:solidFill>
                  <a:schemeClr val="bg1"/>
                </a:solidFill>
              </a:rPr>
              <a:t>modernise</a:t>
            </a:r>
            <a:r>
              <a:rPr lang="en-US" b="1" dirty="0">
                <a:solidFill>
                  <a:schemeClr val="bg1"/>
                </a:solidFill>
              </a:rPr>
              <a:t> how passengers, airline staff, and airport operations teams access and manage flight data at </a:t>
            </a:r>
            <a:r>
              <a:rPr lang="en-US" b="1" dirty="0" err="1">
                <a:solidFill>
                  <a:schemeClr val="bg1"/>
                </a:solidFill>
              </a:rPr>
              <a:t>Kempegowda</a:t>
            </a:r>
            <a:r>
              <a:rPr lang="en-US" b="1" dirty="0">
                <a:solidFill>
                  <a:schemeClr val="bg1"/>
                </a:solidFill>
              </a:rPr>
              <a:t> International Airport, Bengaluru. The core idea behind the prototype is simple — existing airport display systems are often outdated, slow to update, and offer no meaningful interaction beyond showing a static departures board. </a:t>
            </a:r>
            <a:r>
              <a:rPr lang="en-US" b="1" dirty="0" err="1">
                <a:solidFill>
                  <a:schemeClr val="bg1"/>
                </a:solidFill>
              </a:rPr>
              <a:t>AeroVision</a:t>
            </a:r>
            <a:r>
              <a:rPr lang="en-US" b="1" dirty="0">
                <a:solidFill>
                  <a:schemeClr val="bg1"/>
                </a:solidFill>
              </a:rPr>
              <a:t> replaces this with a dynamic, role-aware platform that puts the right information in front of the right person at the right time.</a:t>
            </a:r>
          </a:p>
          <a:p>
            <a:r>
              <a:rPr lang="en-US" b="1" dirty="0">
                <a:solidFill>
                  <a:schemeClr val="bg1"/>
                </a:solidFill>
              </a:rPr>
              <a:t>At its heart, the system connects to live flight data and pushes updates instantly to every connected user via WebSocket, meaning there is no need to refresh a page — changes appear automatically within seconds. A passenger can check their flight status, find their gate, or get notified of a delay. An airline agent can view their fleet's schedule, access the AI delay prediction panel to anticipate disruptions before they happen, and manage gate assignments. An airport operations manager gets a bird's-eye view of terminal crowd density, radar tracking of aircraft in the vicinity, and a full analytics dashboard.</a:t>
            </a:r>
          </a:p>
          <a:p>
            <a:r>
              <a:rPr lang="en-US" b="1" dirty="0">
                <a:solidFill>
                  <a:schemeClr val="bg1"/>
                </a:solidFill>
              </a:rPr>
              <a:t>What makes this prototype particularly interesting is the AI layer — rather than just displaying delays after they are announced, </a:t>
            </a:r>
            <a:r>
              <a:rPr lang="en-US" b="1" dirty="0" err="1">
                <a:solidFill>
                  <a:schemeClr val="bg1"/>
                </a:solidFill>
              </a:rPr>
              <a:t>AeroVision</a:t>
            </a:r>
            <a:r>
              <a:rPr lang="en-US" b="1" dirty="0">
                <a:solidFill>
                  <a:schemeClr val="bg1"/>
                </a:solidFill>
              </a:rPr>
              <a:t> analyses weather patterns, historical congestion data, and live traffic to predict the probability of a delay before it is officially declared, giving staff a window to act proactively.</a:t>
            </a:r>
          </a:p>
          <a:p>
            <a:r>
              <a:rPr lang="en-US" b="1" dirty="0">
                <a:solidFill>
                  <a:schemeClr val="bg1"/>
                </a:solidFill>
              </a:rPr>
              <a:t>The prototype demonstrates that a modern, scalable flight information platform does not require expensive proprietary software — it can be built entirely on open-source web technologies, </a:t>
            </a:r>
            <a:r>
              <a:rPr lang="en-US" b="1" dirty="0" err="1">
                <a:solidFill>
                  <a:schemeClr val="bg1"/>
                </a:solidFill>
              </a:rPr>
              <a:t>containerised</a:t>
            </a:r>
            <a:r>
              <a:rPr lang="en-US" b="1" dirty="0">
                <a:solidFill>
                  <a:schemeClr val="bg1"/>
                </a:solidFill>
              </a:rPr>
              <a:t>, and deployed with full CI/CD automation.</a:t>
            </a:r>
          </a:p>
        </p:txBody>
      </p:sp>
      <p:pic>
        <p:nvPicPr>
          <p:cNvPr id="52" name="Google Shape;52;p5" descr="CMRIT 25 YEARS LOGO"/>
          <p:cNvPicPr preferRelativeResize="0"/>
          <p:nvPr/>
        </p:nvPicPr>
        <p:blipFill rotWithShape="1">
          <a:blip r:embed="rId3">
            <a:alphaModFix/>
          </a:blip>
          <a:srcRect/>
          <a:stretch/>
        </p:blipFill>
        <p:spPr>
          <a:xfrm>
            <a:off x="662851" y="482112"/>
            <a:ext cx="1383755" cy="911973"/>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7"/>
        <p:cNvGrpSpPr/>
        <p:nvPr/>
      </p:nvGrpSpPr>
      <p:grpSpPr>
        <a:xfrm>
          <a:off x="0" y="0"/>
          <a:ext cx="0" cy="0"/>
          <a:chOff x="0" y="0"/>
          <a:chExt cx="0" cy="0"/>
        </a:xfrm>
      </p:grpSpPr>
      <p:sp>
        <p:nvSpPr>
          <p:cNvPr id="58" name="Google Shape;58;p6"/>
          <p:cNvSpPr txBox="1">
            <a:spLocks noGrp="1"/>
          </p:cNvSpPr>
          <p:nvPr>
            <p:ph type="title"/>
          </p:nvPr>
        </p:nvSpPr>
        <p:spPr>
          <a:xfrm>
            <a:off x="1155700" y="973137"/>
            <a:ext cx="8761500" cy="708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SzPts val="1400"/>
              <a:buNone/>
            </a:pPr>
            <a:r>
              <a:rPr lang="en-US"/>
              <a:t>Literature Survey</a:t>
            </a:r>
            <a:endParaRPr/>
          </a:p>
        </p:txBody>
      </p:sp>
      <p:sp>
        <p:nvSpPr>
          <p:cNvPr id="59" name="Google Shape;59;p6"/>
          <p:cNvSpPr txBox="1">
            <a:spLocks noGrp="1"/>
          </p:cNvSpPr>
          <p:nvPr>
            <p:ph type="sldNum" idx="12"/>
          </p:nvPr>
        </p:nvSpPr>
        <p:spPr>
          <a:xfrm>
            <a:off x="10350500" y="292100"/>
            <a:ext cx="838200" cy="7683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lt1"/>
              </a:buClr>
              <a:buSzPts val="2800"/>
              <a:buFont typeface="Century Gothic"/>
              <a:buNone/>
            </a:pPr>
            <a:fld id="{00000000-1234-1234-1234-123412341234}" type="slidenum">
              <a:rPr lang="en-US"/>
              <a:t>3</a:t>
            </a:fld>
            <a:endParaRPr/>
          </a:p>
        </p:txBody>
      </p:sp>
      <p:sp>
        <p:nvSpPr>
          <p:cNvPr id="60" name="Google Shape;60;p6"/>
          <p:cNvSpPr txBox="1"/>
          <p:nvPr/>
        </p:nvSpPr>
        <p:spPr>
          <a:xfrm>
            <a:off x="1264025" y="3469350"/>
            <a:ext cx="10972800" cy="400200"/>
          </a:xfrm>
          <a:prstGeom prst="rect">
            <a:avLst/>
          </a:prstGeom>
          <a:noFill/>
          <a:ln>
            <a:noFill/>
          </a:ln>
        </p:spPr>
        <p:txBody>
          <a:bodyPr spcFirstLastPara="1" wrap="square" lIns="91425" tIns="91425" rIns="91425" bIns="91425" anchor="t" anchorCtr="0">
            <a:spAutoFit/>
          </a:bodyPr>
          <a:lstStyle/>
          <a:p>
            <a:endParaRPr/>
          </a:p>
        </p:txBody>
      </p:sp>
      <p:sp>
        <p:nvSpPr>
          <p:cNvPr id="61" name="Google Shape;61;p6"/>
          <p:cNvSpPr txBox="1"/>
          <p:nvPr/>
        </p:nvSpPr>
        <p:spPr>
          <a:xfrm>
            <a:off x="1210225" y="3065925"/>
            <a:ext cx="11026500" cy="431100"/>
          </a:xfrm>
          <a:prstGeom prst="rect">
            <a:avLst/>
          </a:prstGeom>
          <a:noFill/>
          <a:ln>
            <a:noFill/>
          </a:ln>
        </p:spPr>
        <p:txBody>
          <a:bodyPr spcFirstLastPara="1" wrap="square" lIns="91425" tIns="91425" rIns="91425" bIns="91425" anchor="t" anchorCtr="0">
            <a:spAutoFit/>
          </a:bodyPr>
          <a:lstStyle/>
          <a:p>
            <a:endParaRPr/>
          </a:p>
        </p:txBody>
      </p:sp>
      <p:pic>
        <p:nvPicPr>
          <p:cNvPr id="62" name="Google Shape;62;p6" descr="CMRIT 25 YEARS LOGO"/>
          <p:cNvPicPr preferRelativeResize="0"/>
          <p:nvPr/>
        </p:nvPicPr>
        <p:blipFill rotWithShape="1">
          <a:blip r:embed="rId3">
            <a:alphaModFix/>
          </a:blip>
          <a:srcRect/>
          <a:stretch/>
        </p:blipFill>
        <p:spPr>
          <a:xfrm>
            <a:off x="511860" y="502549"/>
            <a:ext cx="2011304" cy="1325563"/>
          </a:xfrm>
          <a:prstGeom prst="rect">
            <a:avLst/>
          </a:prstGeom>
          <a:noFill/>
          <a:ln>
            <a:noFill/>
          </a:ln>
        </p:spPr>
      </p:pic>
      <p:sp>
        <p:nvSpPr>
          <p:cNvPr id="63" name="TextBox 62"/>
          <p:cNvSpPr txBox="1"/>
          <p:nvPr/>
        </p:nvSpPr>
        <p:spPr>
          <a:xfrm>
            <a:off x="777240" y="1920240"/>
            <a:ext cx="10332720" cy="4023360"/>
          </a:xfrm>
          <a:prstGeom prst="rect">
            <a:avLst/>
          </a:prstGeom>
          <a:noFill/>
        </p:spPr>
        <p:txBody>
          <a:bodyPr wrap="square">
            <a:spAutoFit/>
          </a:bodyPr>
          <a:lstStyle/>
          <a:p>
            <a:pPr algn="l">
              <a:lnSpc>
                <a:spcPct val="120000"/>
              </a:lnSpc>
            </a:pPr>
            <a:r>
              <a:rPr lang="en-US" sz="1300" b="1">
                <a:solidFill>
                  <a:srgbClr val="FFD700"/>
                </a:solidFill>
                <a:latin typeface="Century Gothic"/>
              </a:rPr>
              <a:t>Jiang et al. (2021)</a:t>
            </a:r>
          </a:p>
          <a:p>
            <a:pPr algn="l">
              <a:lnSpc>
                <a:spcPct val="120000"/>
              </a:lnSpc>
            </a:pPr>
            <a:r>
              <a:rPr lang="en-US" sz="1200" b="0">
                <a:solidFill>
                  <a:srgbClr val="FFFFFF"/>
                </a:solidFill>
                <a:latin typeface="Century Gothic"/>
              </a:rPr>
              <a:t>Delay prediction using ML on AODB data — 87% accuracy with ensemble methods. Established baseline metrics for AeroVision's AI module.</a:t>
            </a:r>
          </a:p>
          <a:p>
            <a:pPr algn="l">
              <a:lnSpc>
                <a:spcPct val="120000"/>
              </a:lnSpc>
            </a:pPr>
            <a:r>
              <a:rPr lang="en-US" sz="600" b="0">
                <a:solidFill>
                  <a:srgbClr val="FFFFFF"/>
                </a:solidFill>
                <a:latin typeface="Century Gothic"/>
              </a:rPr>
              <a:t> </a:t>
            </a:r>
          </a:p>
          <a:p>
            <a:pPr algn="l">
              <a:lnSpc>
                <a:spcPct val="120000"/>
              </a:lnSpc>
            </a:pPr>
            <a:r>
              <a:rPr lang="en-US" sz="1300" b="1">
                <a:solidFill>
                  <a:srgbClr val="FFD700"/>
                </a:solidFill>
                <a:latin typeface="Century Gothic"/>
              </a:rPr>
              <a:t>Kamboj &amp; Garg (2020)</a:t>
            </a:r>
          </a:p>
          <a:p>
            <a:pPr algn="l">
              <a:lnSpc>
                <a:spcPct val="120000"/>
              </a:lnSpc>
            </a:pPr>
            <a:r>
              <a:rPr lang="en-US" sz="1200" b="0">
                <a:solidFill>
                  <a:srgbClr val="FFFFFF"/>
                </a:solidFill>
                <a:latin typeface="Century Gothic"/>
              </a:rPr>
              <a:t>Real-time passenger info kiosks using cloud APIs and WebSocket push — validated low-latency broadcast architecture adopted in AeroVision.</a:t>
            </a:r>
          </a:p>
          <a:p>
            <a:pPr algn="l">
              <a:lnSpc>
                <a:spcPct val="120000"/>
              </a:lnSpc>
            </a:pPr>
            <a:r>
              <a:rPr lang="en-US" sz="600" b="0">
                <a:solidFill>
                  <a:srgbClr val="FFFFFF"/>
                </a:solidFill>
                <a:latin typeface="Century Gothic"/>
              </a:rPr>
              <a:t> </a:t>
            </a:r>
          </a:p>
          <a:p>
            <a:pPr algn="l">
              <a:lnSpc>
                <a:spcPct val="120000"/>
              </a:lnSpc>
            </a:pPr>
            <a:r>
              <a:rPr lang="en-US" sz="1300" b="1">
                <a:solidFill>
                  <a:srgbClr val="FFD700"/>
                </a:solidFill>
                <a:latin typeface="Century Gothic"/>
              </a:rPr>
              <a:t>Mnih &amp; Kavukcuoglu (2019)</a:t>
            </a:r>
          </a:p>
          <a:p>
            <a:pPr algn="l">
              <a:lnSpc>
                <a:spcPct val="120000"/>
              </a:lnSpc>
            </a:pPr>
            <a:r>
              <a:rPr lang="en-US" sz="1200" b="0">
                <a:solidFill>
                  <a:srgbClr val="FFFFFF"/>
                </a:solidFill>
                <a:latin typeface="Century Gothic"/>
              </a:rPr>
              <a:t>Reinforcement learning for gate and slot allocation optimisation — informed the scheduling heuristics in AeroVision's ops dashboard.</a:t>
            </a:r>
          </a:p>
          <a:p>
            <a:pPr algn="l">
              <a:lnSpc>
                <a:spcPct val="120000"/>
              </a:lnSpc>
            </a:pPr>
            <a:r>
              <a:rPr lang="en-US" sz="600" b="0">
                <a:solidFill>
                  <a:srgbClr val="FFFFFF"/>
                </a:solidFill>
                <a:latin typeface="Century Gothic"/>
              </a:rPr>
              <a:t> </a:t>
            </a:r>
          </a:p>
          <a:p>
            <a:pPr algn="l">
              <a:lnSpc>
                <a:spcPct val="120000"/>
              </a:lnSpc>
            </a:pPr>
            <a:r>
              <a:rPr lang="en-US" sz="1300" b="1">
                <a:solidFill>
                  <a:srgbClr val="FFD700"/>
                </a:solidFill>
                <a:latin typeface="Century Gothic"/>
              </a:rPr>
              <a:t>Patel &amp; Rodrigues (2022)</a:t>
            </a:r>
          </a:p>
          <a:p>
            <a:pPr algn="l">
              <a:lnSpc>
                <a:spcPct val="120000"/>
              </a:lnSpc>
            </a:pPr>
            <a:r>
              <a:rPr lang="en-US" sz="1200" b="0">
                <a:solidFill>
                  <a:srgbClr val="FFFFFF"/>
                </a:solidFill>
                <a:latin typeface="Century Gothic"/>
              </a:rPr>
              <a:t>Microservice architecture for airport ops — REST + event-driven design principles applied directly to AeroVision's Flask blueprint structure.</a:t>
            </a:r>
          </a:p>
          <a:p>
            <a:pPr algn="l">
              <a:lnSpc>
                <a:spcPct val="120000"/>
              </a:lnSpc>
            </a:pPr>
            <a:r>
              <a:rPr lang="en-US" sz="600" b="0">
                <a:solidFill>
                  <a:srgbClr val="FFFFFF"/>
                </a:solidFill>
                <a:latin typeface="Century Gothic"/>
              </a:rPr>
              <a:t> </a:t>
            </a:r>
          </a:p>
          <a:p>
            <a:pPr algn="l">
              <a:lnSpc>
                <a:spcPct val="120000"/>
              </a:lnSpc>
            </a:pPr>
            <a:r>
              <a:rPr lang="en-US" sz="1300" b="1">
                <a:solidFill>
                  <a:srgbClr val="FFD700"/>
                </a:solidFill>
                <a:latin typeface="Century Gothic"/>
              </a:rPr>
              <a:t>Grinberg (2018)  |  Banks &amp; Porcello (2020)  |  Richardson &amp; Ruby (2013)</a:t>
            </a:r>
          </a:p>
          <a:p>
            <a:pPr algn="l">
              <a:lnSpc>
                <a:spcPct val="120000"/>
              </a:lnSpc>
            </a:pPr>
            <a:r>
              <a:rPr lang="en-US" sz="1200" b="0">
                <a:solidFill>
                  <a:srgbClr val="FFFFFF"/>
                </a:solidFill>
                <a:latin typeface="Century Gothic"/>
              </a:rPr>
              <a:t>Core references for Flask API design, React component lifecycle and Redux state management, and RESTful contract-first development.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68" name="Google Shape;68;p7"/>
          <p:cNvSpPr txBox="1">
            <a:spLocks noGrp="1"/>
          </p:cNvSpPr>
          <p:nvPr>
            <p:ph type="title"/>
          </p:nvPr>
        </p:nvSpPr>
        <p:spPr>
          <a:xfrm>
            <a:off x="3507962" y="1142219"/>
            <a:ext cx="4047413" cy="708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SzPts val="1400"/>
              <a:buNone/>
            </a:pPr>
            <a:r>
              <a:rPr lang="en-US"/>
              <a:t>OBJECTIVES</a:t>
            </a:r>
            <a:endParaRPr/>
          </a:p>
        </p:txBody>
      </p:sp>
      <p:sp>
        <p:nvSpPr>
          <p:cNvPr id="69" name="Google Shape;69;p7"/>
          <p:cNvSpPr txBox="1">
            <a:spLocks noGrp="1"/>
          </p:cNvSpPr>
          <p:nvPr>
            <p:ph type="sldNum" idx="12"/>
          </p:nvPr>
        </p:nvSpPr>
        <p:spPr>
          <a:xfrm>
            <a:off x="10350500" y="292100"/>
            <a:ext cx="838200" cy="7683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lt1"/>
              </a:buClr>
              <a:buSzPts val="2800"/>
              <a:buFont typeface="Century Gothic"/>
              <a:buNone/>
            </a:pPr>
            <a:fld id="{00000000-1234-1234-1234-123412341234}" type="slidenum">
              <a:rPr lang="en-US"/>
              <a:t>4</a:t>
            </a:fld>
            <a:endParaRPr/>
          </a:p>
        </p:txBody>
      </p:sp>
      <p:pic>
        <p:nvPicPr>
          <p:cNvPr id="70" name="Google Shape;70;p7" descr="CMRIT 25 YEARS LOGO"/>
          <p:cNvPicPr preferRelativeResize="0"/>
          <p:nvPr/>
        </p:nvPicPr>
        <p:blipFill rotWithShape="1">
          <a:blip r:embed="rId3">
            <a:alphaModFix/>
          </a:blip>
          <a:srcRect/>
          <a:stretch/>
        </p:blipFill>
        <p:spPr>
          <a:xfrm>
            <a:off x="496870" y="524656"/>
            <a:ext cx="2011304" cy="1325563"/>
          </a:xfrm>
          <a:prstGeom prst="rect">
            <a:avLst/>
          </a:prstGeom>
          <a:noFill/>
          <a:ln>
            <a:noFill/>
          </a:ln>
        </p:spPr>
      </p:pic>
      <p:sp>
        <p:nvSpPr>
          <p:cNvPr id="71" name="TextBox 70"/>
          <p:cNvSpPr txBox="1"/>
          <p:nvPr/>
        </p:nvSpPr>
        <p:spPr>
          <a:xfrm>
            <a:off x="746760" y="2037080"/>
            <a:ext cx="10332720" cy="4401205"/>
          </a:xfrm>
          <a:prstGeom prst="rect">
            <a:avLst/>
          </a:prstGeom>
          <a:noFill/>
        </p:spPr>
        <p:txBody>
          <a:bodyPr wrap="square">
            <a:spAutoFit/>
          </a:bodyPr>
          <a:lstStyle/>
          <a:p>
            <a:r>
              <a:rPr lang="en-US" b="1" dirty="0">
                <a:solidFill>
                  <a:schemeClr val="bg1"/>
                </a:solidFill>
              </a:rPr>
              <a:t>Here are the objectives of </a:t>
            </a:r>
            <a:r>
              <a:rPr lang="en-US" b="1" dirty="0" err="1">
                <a:solidFill>
                  <a:schemeClr val="bg1"/>
                </a:solidFill>
              </a:rPr>
              <a:t>AeroVision</a:t>
            </a:r>
            <a:r>
              <a:rPr lang="en-US" b="1" dirty="0">
                <a:solidFill>
                  <a:schemeClr val="bg1"/>
                </a:solidFill>
              </a:rPr>
              <a:t>:</a:t>
            </a:r>
          </a:p>
          <a:p>
            <a:r>
              <a:rPr lang="en-US" b="1" dirty="0">
                <a:solidFill>
                  <a:schemeClr val="bg1"/>
                </a:solidFill>
              </a:rPr>
              <a:t>The primary objective of </a:t>
            </a:r>
            <a:r>
              <a:rPr lang="en-US" b="1" dirty="0" err="1">
                <a:solidFill>
                  <a:schemeClr val="bg1"/>
                </a:solidFill>
              </a:rPr>
              <a:t>AeroVision</a:t>
            </a:r>
            <a:r>
              <a:rPr lang="en-US" b="1" dirty="0">
                <a:solidFill>
                  <a:schemeClr val="bg1"/>
                </a:solidFill>
              </a:rPr>
              <a:t> is to design and develop a modern, web-based Flight Information System that delivers real-time flight data to passengers, airline staff, and airport operations teams through a single unified platform, eliminating the dependency on outdated legacy display infrastructure.</a:t>
            </a:r>
          </a:p>
          <a:p>
            <a:r>
              <a:rPr lang="en-US" b="1" dirty="0">
                <a:solidFill>
                  <a:schemeClr val="bg1"/>
                </a:solidFill>
              </a:rPr>
              <a:t>Specifically, the project aims to:</a:t>
            </a:r>
          </a:p>
          <a:p>
            <a:r>
              <a:rPr lang="en-US" b="1" dirty="0">
                <a:solidFill>
                  <a:schemeClr val="bg1"/>
                </a:solidFill>
              </a:rPr>
              <a:t>1. Real-Time Data Delivery — Build a WebSocket-based communication layer that pushes live flight status updates to all connected clients within 2 seconds of any change in the Airport Operational Database, ensuring every user always sees the most current information.</a:t>
            </a:r>
          </a:p>
          <a:p>
            <a:r>
              <a:rPr lang="en-US" b="1" dirty="0">
                <a:solidFill>
                  <a:schemeClr val="bg1"/>
                </a:solidFill>
              </a:rPr>
              <a:t>2. Scalable Three-Tier Architecture — Implement a clean separation of concerns across a React frontend, Python/Flask REST API, and PostgreSQL database, ensuring the system remains maintainable, testable, and scalable as data volume and user load grow.</a:t>
            </a:r>
          </a:p>
          <a:p>
            <a:r>
              <a:rPr lang="en-US" b="1" dirty="0">
                <a:solidFill>
                  <a:schemeClr val="bg1"/>
                </a:solidFill>
              </a:rPr>
              <a:t>3. AI-Powered Delay Prediction — Integrate a machine learning module that analyses weather conditions, historical flight patterns, and live traffic data to predict delay probability before an official announcement, giving airline agents and operations staff time to respond proactively.</a:t>
            </a:r>
          </a:p>
          <a:p>
            <a:r>
              <a:rPr lang="en-US" b="1" dirty="0">
                <a:solidFill>
                  <a:schemeClr val="bg1"/>
                </a:solidFill>
              </a:rPr>
              <a:t>4. Role-Based Access Control — Provide tailored dashboards for four distinct user roles — Passenger, Airline Agent, Airport Ops, and Admin — each secured with JWT authentication, so every user sees only what is relevant to them.</a:t>
            </a:r>
          </a:p>
          <a:p>
            <a:r>
              <a:rPr lang="en-US" b="1" dirty="0">
                <a:solidFill>
                  <a:schemeClr val="bg1"/>
                </a:solidFill>
              </a:rPr>
              <a:t>5. Performance Under Load — Ensure the system sustains reliable performance for 500 or more concurrent users, with a median API response time under 50 milliseconds and WebSocket push latency under 2 seconds.</a:t>
            </a:r>
          </a:p>
          <a:p>
            <a:r>
              <a:rPr lang="en-US" b="1" dirty="0">
                <a:solidFill>
                  <a:schemeClr val="bg1"/>
                </a:solidFill>
              </a:rPr>
              <a:t>6. Usability Validation — Achieve a System Usability Scale score of 80 or above, confirming that the platform is genuinely accessible and intuitive across all user cohorts, not just technically functional.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8"/>
          <p:cNvSpPr txBox="1">
            <a:spLocks noGrp="1"/>
          </p:cNvSpPr>
          <p:nvPr>
            <p:ph type="title"/>
          </p:nvPr>
        </p:nvSpPr>
        <p:spPr>
          <a:xfrm>
            <a:off x="4187232" y="511200"/>
            <a:ext cx="5215120" cy="7080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en-US" dirty="0"/>
              <a:t>METHODOLOGY</a:t>
            </a:r>
            <a:endParaRPr dirty="0"/>
          </a:p>
        </p:txBody>
      </p:sp>
      <p:sp>
        <p:nvSpPr>
          <p:cNvPr id="76" name="Google Shape;76;p8"/>
          <p:cNvSpPr txBox="1">
            <a:spLocks noGrp="1"/>
          </p:cNvSpPr>
          <p:nvPr>
            <p:ph type="sldNum" idx="12"/>
          </p:nvPr>
        </p:nvSpPr>
        <p:spPr>
          <a:xfrm>
            <a:off x="10350500" y="292100"/>
            <a:ext cx="838200" cy="7683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SzPts val="2800"/>
              <a:buNone/>
            </a:pPr>
            <a:fld id="{00000000-1234-1234-1234-123412341234}" type="slidenum">
              <a:rPr lang="en-US"/>
              <a:t>5</a:t>
            </a:fld>
            <a:endParaRPr/>
          </a:p>
        </p:txBody>
      </p:sp>
      <p:pic>
        <p:nvPicPr>
          <p:cNvPr id="77" name="Google Shape;77;p8" descr="CMRIT 25 YEARS LOGO"/>
          <p:cNvPicPr preferRelativeResize="0"/>
          <p:nvPr/>
        </p:nvPicPr>
        <p:blipFill rotWithShape="1">
          <a:blip r:embed="rId3">
            <a:alphaModFix/>
          </a:blip>
          <a:srcRect/>
          <a:stretch/>
        </p:blipFill>
        <p:spPr>
          <a:xfrm>
            <a:off x="464695" y="397618"/>
            <a:ext cx="2011304" cy="1325563"/>
          </a:xfrm>
          <a:prstGeom prst="rect">
            <a:avLst/>
          </a:prstGeom>
          <a:noFill/>
          <a:ln>
            <a:noFill/>
          </a:ln>
        </p:spPr>
      </p:pic>
      <p:pic>
        <p:nvPicPr>
          <p:cNvPr id="8" name="Picture 7">
            <a:extLst>
              <a:ext uri="{FF2B5EF4-FFF2-40B4-BE49-F238E27FC236}">
                <a16:creationId xmlns:a16="http://schemas.microsoft.com/office/drawing/2014/main" id="{B26C0BAE-13AF-B092-CE2A-6A6F4C32E040}"/>
              </a:ext>
            </a:extLst>
          </p:cNvPr>
          <p:cNvPicPr>
            <a:picLocks noChangeAspect="1"/>
          </p:cNvPicPr>
          <p:nvPr/>
        </p:nvPicPr>
        <p:blipFill>
          <a:blip r:embed="rId4"/>
          <a:stretch>
            <a:fillRect/>
          </a:stretch>
        </p:blipFill>
        <p:spPr>
          <a:xfrm>
            <a:off x="3952134" y="1219200"/>
            <a:ext cx="4287731" cy="519143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p9"/>
          <p:cNvSpPr txBox="1">
            <a:spLocks noGrp="1"/>
          </p:cNvSpPr>
          <p:nvPr>
            <p:ph type="title"/>
          </p:nvPr>
        </p:nvSpPr>
        <p:spPr>
          <a:xfrm>
            <a:off x="2773180" y="1917517"/>
            <a:ext cx="8415520" cy="7080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en-US"/>
              <a:t>EXPERIMENTATION AND ANALYSIS</a:t>
            </a:r>
            <a:endParaRPr/>
          </a:p>
        </p:txBody>
      </p:sp>
      <p:sp>
        <p:nvSpPr>
          <p:cNvPr id="83" name="Google Shape;83;p9"/>
          <p:cNvSpPr txBox="1">
            <a:spLocks noGrp="1"/>
          </p:cNvSpPr>
          <p:nvPr>
            <p:ph type="sldNum" idx="12"/>
          </p:nvPr>
        </p:nvSpPr>
        <p:spPr>
          <a:xfrm>
            <a:off x="10350500" y="292100"/>
            <a:ext cx="838200" cy="7683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SzPts val="2800"/>
              <a:buNone/>
            </a:pPr>
            <a:fld id="{00000000-1234-1234-1234-123412341234}" type="slidenum">
              <a:rPr lang="en-US"/>
              <a:t>6</a:t>
            </a:fld>
            <a:endParaRPr/>
          </a:p>
        </p:txBody>
      </p:sp>
      <p:pic>
        <p:nvPicPr>
          <p:cNvPr id="84" name="Google Shape;84;p9" descr="CMRIT 25 YEARS LOGO"/>
          <p:cNvPicPr preferRelativeResize="0"/>
          <p:nvPr/>
        </p:nvPicPr>
        <p:blipFill rotWithShape="1">
          <a:blip r:embed="rId3">
            <a:alphaModFix/>
          </a:blip>
          <a:srcRect/>
          <a:stretch/>
        </p:blipFill>
        <p:spPr>
          <a:xfrm>
            <a:off x="556831" y="591954"/>
            <a:ext cx="2011304" cy="1325563"/>
          </a:xfrm>
          <a:prstGeom prst="rect">
            <a:avLst/>
          </a:prstGeom>
          <a:noFill/>
          <a:ln>
            <a:noFill/>
          </a:ln>
        </p:spPr>
      </p:pic>
      <p:sp>
        <p:nvSpPr>
          <p:cNvPr id="85" name="TextBox 84"/>
          <p:cNvSpPr txBox="1"/>
          <p:nvPr/>
        </p:nvSpPr>
        <p:spPr>
          <a:xfrm>
            <a:off x="777240" y="2880360"/>
            <a:ext cx="4937760" cy="3200400"/>
          </a:xfrm>
          <a:prstGeom prst="rect">
            <a:avLst/>
          </a:prstGeom>
          <a:noFill/>
        </p:spPr>
        <p:txBody>
          <a:bodyPr wrap="square">
            <a:spAutoFit/>
          </a:bodyPr>
          <a:lstStyle/>
          <a:p>
            <a:pPr algn="l">
              <a:lnSpc>
                <a:spcPct val="120000"/>
              </a:lnSpc>
            </a:pPr>
            <a:r>
              <a:rPr lang="en-US" sz="1400" b="1">
                <a:solidFill>
                  <a:srgbClr val="FFD700"/>
                </a:solidFill>
                <a:latin typeface="Century Gothic"/>
              </a:rPr>
              <a:t>Performance &amp; Load Testing</a:t>
            </a:r>
          </a:p>
          <a:p>
            <a:pPr algn="l">
              <a:lnSpc>
                <a:spcPct val="120000"/>
              </a:lnSpc>
            </a:pPr>
            <a:r>
              <a:rPr lang="en-US" sz="1300" b="0">
                <a:solidFill>
                  <a:srgbClr val="FFFFFF"/>
                </a:solidFill>
                <a:latin typeface="Century Gothic"/>
              </a:rPr>
              <a:t>Load: 500 concurrent users</a:t>
            </a:r>
          </a:p>
          <a:p>
            <a:pPr algn="l">
              <a:lnSpc>
                <a:spcPct val="120000"/>
              </a:lnSpc>
            </a:pPr>
            <a:r>
              <a:rPr lang="en-US" sz="1300" b="0">
                <a:solidFill>
                  <a:srgbClr val="FFFFFF"/>
                </a:solidFill>
                <a:latin typeface="Century Gothic"/>
              </a:rPr>
              <a:t>Median API response:  38 ms</a:t>
            </a:r>
          </a:p>
          <a:p>
            <a:pPr algn="l">
              <a:lnSpc>
                <a:spcPct val="120000"/>
              </a:lnSpc>
            </a:pPr>
            <a:r>
              <a:rPr lang="en-US" sz="1300" b="0">
                <a:solidFill>
                  <a:srgbClr val="FFFFFF"/>
                </a:solidFill>
                <a:latin typeface="Century Gothic"/>
              </a:rPr>
              <a:t>P95 API response:  112 ms</a:t>
            </a:r>
          </a:p>
          <a:p>
            <a:pPr algn="l">
              <a:lnSpc>
                <a:spcPct val="120000"/>
              </a:lnSpc>
            </a:pPr>
            <a:r>
              <a:rPr lang="en-US" sz="1300" b="0">
                <a:solidFill>
                  <a:srgbClr val="FFFFFF"/>
                </a:solidFill>
                <a:latin typeface="Century Gothic"/>
              </a:rPr>
              <a:t>WebSocket push latency:  1.2 s avg</a:t>
            </a:r>
          </a:p>
          <a:p>
            <a:pPr algn="l">
              <a:lnSpc>
                <a:spcPct val="120000"/>
              </a:lnSpc>
            </a:pPr>
            <a:r>
              <a:rPr lang="en-US" sz="1300" b="0">
                <a:solidFill>
                  <a:srgbClr val="FFFFFF"/>
                </a:solidFill>
                <a:latin typeface="Century Gothic"/>
              </a:rPr>
              <a:t>Error rate at peak load:  0%</a:t>
            </a:r>
          </a:p>
          <a:p>
            <a:pPr algn="l">
              <a:lnSpc>
                <a:spcPct val="120000"/>
              </a:lnSpc>
            </a:pPr>
            <a:r>
              <a:rPr lang="en-US" sz="800" b="0">
                <a:solidFill>
                  <a:srgbClr val="FFFFFF"/>
                </a:solidFill>
                <a:latin typeface="Century Gothic"/>
              </a:rPr>
              <a:t> </a:t>
            </a:r>
          </a:p>
          <a:p>
            <a:pPr algn="l">
              <a:lnSpc>
                <a:spcPct val="120000"/>
              </a:lnSpc>
            </a:pPr>
            <a:r>
              <a:rPr lang="en-US" sz="1400" b="1">
                <a:solidFill>
                  <a:srgbClr val="FFD700"/>
                </a:solidFill>
                <a:latin typeface="Century Gothic"/>
              </a:rPr>
              <a:t>Usability Evaluation (SUS)</a:t>
            </a:r>
          </a:p>
          <a:p>
            <a:pPr algn="l">
              <a:lnSpc>
                <a:spcPct val="120000"/>
              </a:lnSpc>
            </a:pPr>
            <a:r>
              <a:rPr lang="en-US" sz="1300" b="0">
                <a:solidFill>
                  <a:srgbClr val="FFFFFF"/>
                </a:solidFill>
                <a:latin typeface="Century Gothic"/>
              </a:rPr>
              <a:t>SUS Score:  82.5 / 100  (Grade B+)</a:t>
            </a:r>
          </a:p>
          <a:p>
            <a:pPr algn="l">
              <a:lnSpc>
                <a:spcPct val="120000"/>
              </a:lnSpc>
            </a:pPr>
            <a:r>
              <a:rPr lang="en-US" sz="1300" b="0">
                <a:solidFill>
                  <a:srgbClr val="FFFFFF"/>
                </a:solidFill>
                <a:latin typeface="Century Gothic"/>
              </a:rPr>
              <a:t>Participants:  18 across all roles</a:t>
            </a:r>
          </a:p>
          <a:p>
            <a:pPr algn="l">
              <a:lnSpc>
                <a:spcPct val="120000"/>
              </a:lnSpc>
            </a:pPr>
            <a:r>
              <a:rPr lang="en-US" sz="1300" b="0">
                <a:solidFill>
                  <a:srgbClr val="FFFFFF"/>
                </a:solidFill>
                <a:latin typeface="Century Gothic"/>
              </a:rPr>
              <a:t>Best — Admin dashboard:  86.2</a:t>
            </a:r>
          </a:p>
          <a:p>
            <a:pPr algn="l">
              <a:lnSpc>
                <a:spcPct val="120000"/>
              </a:lnSpc>
            </a:pPr>
            <a:r>
              <a:rPr lang="en-US" sz="1300" b="0">
                <a:solidFill>
                  <a:srgbClr val="FFFFFF"/>
                </a:solidFill>
                <a:latin typeface="Century Gothic"/>
              </a:rPr>
              <a:t>Lowest — Radar view:  76.4</a:t>
            </a:r>
          </a:p>
        </p:txBody>
      </p:sp>
      <p:sp>
        <p:nvSpPr>
          <p:cNvPr id="86" name="TextBox 85"/>
          <p:cNvSpPr txBox="1"/>
          <p:nvPr/>
        </p:nvSpPr>
        <p:spPr>
          <a:xfrm>
            <a:off x="5897880" y="2880360"/>
            <a:ext cx="4937760" cy="3200400"/>
          </a:xfrm>
          <a:prstGeom prst="rect">
            <a:avLst/>
          </a:prstGeom>
          <a:noFill/>
        </p:spPr>
        <p:txBody>
          <a:bodyPr wrap="square">
            <a:spAutoFit/>
          </a:bodyPr>
          <a:lstStyle/>
          <a:p>
            <a:pPr algn="l">
              <a:lnSpc>
                <a:spcPct val="120000"/>
              </a:lnSpc>
            </a:pPr>
            <a:r>
              <a:rPr lang="en-US" sz="1400" b="1">
                <a:solidFill>
                  <a:srgbClr val="FFD700"/>
                </a:solidFill>
                <a:latin typeface="Century Gothic"/>
              </a:rPr>
              <a:t>Functional Testing</a:t>
            </a:r>
          </a:p>
          <a:p>
            <a:pPr algn="l">
              <a:lnSpc>
                <a:spcPct val="120000"/>
              </a:lnSpc>
            </a:pPr>
            <a:r>
              <a:rPr lang="en-US" sz="1300" b="0">
                <a:solidFill>
                  <a:srgbClr val="FFFFFF"/>
                </a:solidFill>
                <a:latin typeface="Century Gothic"/>
              </a:rPr>
              <a:t>pytest unit tests:  147  —  100% pass</a:t>
            </a:r>
          </a:p>
          <a:p>
            <a:pPr algn="l">
              <a:lnSpc>
                <a:spcPct val="120000"/>
              </a:lnSpc>
            </a:pPr>
            <a:r>
              <a:rPr lang="en-US" sz="1300" b="0">
                <a:solidFill>
                  <a:srgbClr val="FFFFFF"/>
                </a:solidFill>
                <a:latin typeface="Century Gothic"/>
              </a:rPr>
              <a:t>Jest + React Testing Lib:  89 tests</a:t>
            </a:r>
          </a:p>
          <a:p>
            <a:pPr algn="l">
              <a:lnSpc>
                <a:spcPct val="120000"/>
              </a:lnSpc>
            </a:pPr>
            <a:r>
              <a:rPr lang="en-US" sz="1300" b="0">
                <a:solidFill>
                  <a:srgbClr val="FFFFFF"/>
                </a:solidFill>
                <a:latin typeface="Century Gothic"/>
              </a:rPr>
              <a:t>Playwright E2E journeys:  24 — all pass</a:t>
            </a:r>
          </a:p>
          <a:p>
            <a:pPr algn="l">
              <a:lnSpc>
                <a:spcPct val="120000"/>
              </a:lnSpc>
            </a:pPr>
            <a:r>
              <a:rPr lang="en-US" sz="1300" b="0">
                <a:solidFill>
                  <a:srgbClr val="FFFFFF"/>
                </a:solidFill>
                <a:latin typeface="Century Gothic"/>
              </a:rPr>
              <a:t>Backend code coverage:  91%</a:t>
            </a:r>
          </a:p>
          <a:p>
            <a:pPr algn="l">
              <a:lnSpc>
                <a:spcPct val="120000"/>
              </a:lnSpc>
            </a:pPr>
            <a:r>
              <a:rPr lang="en-US" sz="800" b="0">
                <a:solidFill>
                  <a:srgbClr val="FFFFFF"/>
                </a:solidFill>
                <a:latin typeface="Century Gothic"/>
              </a:rPr>
              <a:t> </a:t>
            </a:r>
          </a:p>
          <a:p>
            <a:pPr algn="l">
              <a:lnSpc>
                <a:spcPct val="120000"/>
              </a:lnSpc>
            </a:pPr>
            <a:r>
              <a:rPr lang="en-US" sz="1400" b="1">
                <a:solidFill>
                  <a:srgbClr val="FFD700"/>
                </a:solidFill>
                <a:latin typeface="Century Gothic"/>
              </a:rPr>
              <a:t>AI Delay Prediction</a:t>
            </a:r>
          </a:p>
          <a:p>
            <a:pPr algn="l">
              <a:lnSpc>
                <a:spcPct val="120000"/>
              </a:lnSpc>
            </a:pPr>
            <a:r>
              <a:rPr lang="en-US" sz="1300" b="0">
                <a:solidFill>
                  <a:srgbClr val="FFFFFF"/>
                </a:solidFill>
                <a:latin typeface="Century Gothic"/>
              </a:rPr>
              <a:t>Accuracy:  84.6%  on held-out test set</a:t>
            </a:r>
          </a:p>
          <a:p>
            <a:pPr algn="l">
              <a:lnSpc>
                <a:spcPct val="120000"/>
              </a:lnSpc>
            </a:pPr>
            <a:r>
              <a:rPr lang="en-US" sz="1300" b="0">
                <a:solidFill>
                  <a:srgbClr val="FFFFFF"/>
                </a:solidFill>
                <a:latin typeface="Century Gothic"/>
              </a:rPr>
              <a:t>Precision: 87.2%  |  Recall: 81.9%</a:t>
            </a:r>
          </a:p>
          <a:p>
            <a:pPr algn="l">
              <a:lnSpc>
                <a:spcPct val="120000"/>
              </a:lnSpc>
            </a:pPr>
            <a:r>
              <a:rPr lang="en-US" sz="1300" b="0">
                <a:solidFill>
                  <a:srgbClr val="FFFFFF"/>
                </a:solidFill>
                <a:latin typeface="Century Gothic"/>
              </a:rPr>
              <a:t>Features: weather, congestion, history</a:t>
            </a:r>
          </a:p>
          <a:p>
            <a:pPr algn="l">
              <a:lnSpc>
                <a:spcPct val="120000"/>
              </a:lnSpc>
            </a:pPr>
            <a:r>
              <a:rPr lang="en-US" sz="1300" b="0">
                <a:solidFill>
                  <a:srgbClr val="FFFFFF"/>
                </a:solidFill>
                <a:latin typeface="Century Gothic"/>
              </a:rPr>
              <a:t>Prediction latency:  210 ms avg</a:t>
            </a:r>
          </a:p>
          <a:p>
            <a:pPr algn="l">
              <a:lnSpc>
                <a:spcPct val="120000"/>
              </a:lnSpc>
            </a:pPr>
            <a:r>
              <a:rPr lang="en-US" sz="1300" b="0">
                <a:solidFill>
                  <a:srgbClr val="FFFFFF"/>
                </a:solidFill>
                <a:latin typeface="Century Gothic"/>
              </a:rPr>
              <a:t>Deployed in Airline Agent dashboard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0"/>
          <p:cNvSpPr txBox="1">
            <a:spLocks noGrp="1"/>
          </p:cNvSpPr>
          <p:nvPr>
            <p:ph type="title"/>
          </p:nvPr>
        </p:nvSpPr>
        <p:spPr>
          <a:xfrm>
            <a:off x="3554126" y="1842567"/>
            <a:ext cx="3746084" cy="7080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en-US"/>
              <a:t>CONCLUSION</a:t>
            </a:r>
            <a:endParaRPr/>
          </a:p>
        </p:txBody>
      </p:sp>
      <p:sp>
        <p:nvSpPr>
          <p:cNvPr id="90" name="Google Shape;90;p10"/>
          <p:cNvSpPr txBox="1">
            <a:spLocks noGrp="1"/>
          </p:cNvSpPr>
          <p:nvPr>
            <p:ph type="sldNum" idx="12"/>
          </p:nvPr>
        </p:nvSpPr>
        <p:spPr>
          <a:xfrm>
            <a:off x="10350500" y="292100"/>
            <a:ext cx="838200" cy="7683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SzPts val="2800"/>
              <a:buNone/>
            </a:pPr>
            <a:fld id="{00000000-1234-1234-1234-123412341234}" type="slidenum">
              <a:rPr lang="en-US"/>
              <a:t>7</a:t>
            </a:fld>
            <a:endParaRPr/>
          </a:p>
        </p:txBody>
      </p:sp>
      <p:pic>
        <p:nvPicPr>
          <p:cNvPr id="91" name="Google Shape;91;p10" descr="CMRIT 25 YEARS LOGO"/>
          <p:cNvPicPr preferRelativeResize="0"/>
          <p:nvPr/>
        </p:nvPicPr>
        <p:blipFill rotWithShape="1">
          <a:blip r:embed="rId3">
            <a:alphaModFix/>
          </a:blip>
          <a:srcRect/>
          <a:stretch/>
        </p:blipFill>
        <p:spPr>
          <a:xfrm>
            <a:off x="736712" y="517004"/>
            <a:ext cx="2011304" cy="1325563"/>
          </a:xfrm>
          <a:prstGeom prst="rect">
            <a:avLst/>
          </a:prstGeom>
          <a:noFill/>
          <a:ln>
            <a:noFill/>
          </a:ln>
        </p:spPr>
      </p:pic>
      <p:sp>
        <p:nvSpPr>
          <p:cNvPr id="92" name="TextBox 91"/>
          <p:cNvSpPr txBox="1"/>
          <p:nvPr/>
        </p:nvSpPr>
        <p:spPr>
          <a:xfrm>
            <a:off x="777240" y="2834640"/>
            <a:ext cx="10332720" cy="2599238"/>
          </a:xfrm>
          <a:prstGeom prst="rect">
            <a:avLst/>
          </a:prstGeom>
          <a:noFill/>
        </p:spPr>
        <p:txBody>
          <a:bodyPr wrap="square">
            <a:spAutoFit/>
          </a:bodyPr>
          <a:lstStyle/>
          <a:p>
            <a:pPr>
              <a:lnSpc>
                <a:spcPct val="120000"/>
              </a:lnSpc>
            </a:pPr>
            <a:r>
              <a:rPr lang="en-US" sz="1200" b="1" dirty="0" err="1">
                <a:solidFill>
                  <a:schemeClr val="bg1"/>
                </a:solidFill>
              </a:rPr>
              <a:t>AeroVision</a:t>
            </a:r>
            <a:r>
              <a:rPr lang="en-US" sz="1200" b="1" dirty="0">
                <a:solidFill>
                  <a:schemeClr val="bg1"/>
                </a:solidFill>
              </a:rPr>
              <a:t> delivers a comprehensive, real-time Flight Information System built around six core features — live flight status via WebSocket, ADS-B radar tracking, weather-based delay analysis, terminal crowd density monitoring, mobility assist booking, and an AI-powered delay prediction panel. Together, these features serve four distinct user roles: Passengers tracking their flights, Airline Agents managing schedules and disruptions, Airport Ops overseeing terminal activity, and Admins controlling the entire platform. The system sustained 500 concurrent users with a 38 </a:t>
            </a:r>
            <a:r>
              <a:rPr lang="en-US" sz="1200" b="1" dirty="0" err="1">
                <a:solidFill>
                  <a:schemeClr val="bg1"/>
                </a:solidFill>
              </a:rPr>
              <a:t>ms</a:t>
            </a:r>
            <a:r>
              <a:rPr lang="en-US" sz="1200" b="1" dirty="0">
                <a:solidFill>
                  <a:schemeClr val="bg1"/>
                </a:solidFill>
              </a:rPr>
              <a:t> median API response, achieved 84.6% delay prediction accuracy, and scored 82.5 on the System Usability Scale — confirming it is both technically robust and genuinely usable. </a:t>
            </a:r>
            <a:r>
              <a:rPr lang="en-US" sz="1200" b="1" dirty="0" err="1">
                <a:solidFill>
                  <a:schemeClr val="bg1"/>
                </a:solidFill>
              </a:rPr>
              <a:t>AeroVision</a:t>
            </a:r>
            <a:r>
              <a:rPr lang="en-US" sz="1200" b="1" dirty="0">
                <a:solidFill>
                  <a:schemeClr val="bg1"/>
                </a:solidFill>
              </a:rPr>
              <a:t> demonstrates that a fully featured airport information platform can be built on open-source technologies and deployed at scale.</a:t>
            </a:r>
            <a:r>
              <a:rPr lang="en-US" sz="1200" b="1" dirty="0">
                <a:solidFill>
                  <a:schemeClr val="bg1"/>
                </a:solidFill>
                <a:latin typeface="Century Gothic"/>
              </a:rPr>
              <a:t> </a:t>
            </a:r>
          </a:p>
          <a:p>
            <a:pPr algn="l">
              <a:lnSpc>
                <a:spcPct val="120000"/>
              </a:lnSpc>
            </a:pPr>
            <a:r>
              <a:rPr lang="en-US" sz="1400" b="1" dirty="0">
                <a:solidFill>
                  <a:srgbClr val="FFD700"/>
                </a:solidFill>
                <a:latin typeface="Century Gothic"/>
              </a:rPr>
              <a:t>Future Scope</a:t>
            </a:r>
          </a:p>
          <a:p>
            <a:pPr algn="l">
              <a:lnSpc>
                <a:spcPct val="120000"/>
              </a:lnSpc>
            </a:pPr>
            <a:r>
              <a:rPr lang="en-US" sz="1300" b="0" dirty="0">
                <a:solidFill>
                  <a:srgbClr val="FFFFFF"/>
                </a:solidFill>
                <a:latin typeface="Century Gothic"/>
              </a:rPr>
              <a:t>  •  Live ADS-B feed integration via FlightAware </a:t>
            </a:r>
            <a:r>
              <a:rPr lang="en-US" sz="1300" b="0" dirty="0" err="1">
                <a:solidFill>
                  <a:srgbClr val="FFFFFF"/>
                </a:solidFill>
                <a:latin typeface="Century Gothic"/>
              </a:rPr>
              <a:t>AeroAPI</a:t>
            </a:r>
            <a:r>
              <a:rPr lang="en-US" sz="1300" b="0" dirty="0">
                <a:solidFill>
                  <a:srgbClr val="FFFFFF"/>
                </a:solidFill>
                <a:latin typeface="Century Gothic"/>
              </a:rPr>
              <a:t> for global flight tracking.</a:t>
            </a:r>
          </a:p>
          <a:p>
            <a:pPr algn="l">
              <a:lnSpc>
                <a:spcPct val="120000"/>
              </a:lnSpc>
            </a:pPr>
            <a:r>
              <a:rPr lang="en-US" sz="1300" b="0" dirty="0">
                <a:solidFill>
                  <a:srgbClr val="FFFFFF"/>
                </a:solidFill>
                <a:latin typeface="Century Gothic"/>
              </a:rPr>
              <a:t>  •  LSTM deep-learning delay model replacing the current ensemble approach.</a:t>
            </a:r>
          </a:p>
          <a:p>
            <a:pPr algn="l">
              <a:lnSpc>
                <a:spcPct val="120000"/>
              </a:lnSpc>
            </a:pPr>
            <a:r>
              <a:rPr lang="en-US" sz="1300" b="0" dirty="0">
                <a:solidFill>
                  <a:srgbClr val="FFFFFF"/>
                </a:solidFill>
                <a:latin typeface="Century Gothic"/>
              </a:rPr>
              <a:t>  •  Progressive Web App for passenger push notifications and baggage tracking.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011680"/>
            <a:ext cx="10241280" cy="1463040"/>
          </a:xfrm>
          <a:prstGeom prst="rect">
            <a:avLst/>
          </a:prstGeom>
          <a:noFill/>
        </p:spPr>
        <p:txBody>
          <a:bodyPr wrap="none">
            <a:spAutoFit/>
          </a:bodyPr>
          <a:lstStyle/>
          <a:p>
            <a:pPr algn="ctr">
              <a:lnSpc>
                <a:spcPct val="100000"/>
              </a:lnSpc>
            </a:pPr>
            <a:r>
              <a:rPr lang="en-US" sz="5400" b="1">
                <a:solidFill>
                  <a:srgbClr val="FFD700"/>
                </a:solidFill>
                <a:latin typeface="Century Gothic"/>
              </a:rPr>
              <a:t>THANK YOU</a:t>
            </a:r>
          </a:p>
        </p:txBody>
      </p:sp>
      <p:sp>
        <p:nvSpPr>
          <p:cNvPr id="3" name="TextBox 2"/>
          <p:cNvSpPr txBox="1"/>
          <p:nvPr/>
        </p:nvSpPr>
        <p:spPr>
          <a:xfrm>
            <a:off x="3519768" y="3566160"/>
            <a:ext cx="5030543" cy="923330"/>
          </a:xfrm>
          <a:prstGeom prst="rect">
            <a:avLst/>
          </a:prstGeom>
          <a:noFill/>
        </p:spPr>
        <p:txBody>
          <a:bodyPr wrap="none">
            <a:spAutoFit/>
          </a:bodyPr>
          <a:lstStyle/>
          <a:p>
            <a:pPr algn="ctr">
              <a:lnSpc>
                <a:spcPct val="100000"/>
              </a:lnSpc>
            </a:pPr>
            <a:r>
              <a:rPr lang="en-US" sz="1800" b="0" dirty="0">
                <a:solidFill>
                  <a:srgbClr val="FFFFFF"/>
                </a:solidFill>
                <a:latin typeface="Century Gothic"/>
              </a:rPr>
              <a:t>We welcome your questions and feedback</a:t>
            </a:r>
            <a:br>
              <a:rPr lang="en-US" sz="1800" b="0" dirty="0">
                <a:solidFill>
                  <a:srgbClr val="FFFFFF"/>
                </a:solidFill>
                <a:latin typeface="Century Gothic"/>
              </a:rPr>
            </a:br>
            <a:br>
              <a:rPr lang="en-US" sz="1800" b="0" dirty="0">
                <a:solidFill>
                  <a:srgbClr val="FFFFFF"/>
                </a:solidFill>
                <a:latin typeface="Century Gothic"/>
              </a:rPr>
            </a:br>
            <a:endParaRPr lang="en-US" sz="1800" b="0" dirty="0">
              <a:solidFill>
                <a:srgbClr val="FFFFFF"/>
              </a:solidFill>
              <a:latin typeface="Century Gothic"/>
            </a:endParaRPr>
          </a:p>
        </p:txBody>
      </p:sp>
    </p:spTree>
  </p:cSld>
  <p:clrMapOvr>
    <a:masterClrMapping/>
  </p:clrMapOvr>
</p:sld>
</file>

<file path=ppt/theme/theme1.xml><?xml version="1.0" encoding="utf-8"?>
<a:theme xmlns:a="http://schemas.openxmlformats.org/drawingml/2006/main" name="1_Ion Boardroom">
  <a:themeElements>
    <a:clrScheme name="Ion Boardroom">
      <a:dk1>
        <a:srgbClr val="000000"/>
      </a:dk1>
      <a:lt1>
        <a:srgbClr val="FFFFFF"/>
      </a:lt1>
      <a:dk2>
        <a:srgbClr val="0E5580"/>
      </a:dk2>
      <a:lt2>
        <a:srgbClr val="EBEBEB"/>
      </a:lt2>
      <a:accent1>
        <a:srgbClr val="ACD433"/>
      </a:accent1>
      <a:accent2>
        <a:srgbClr val="E6C133"/>
      </a:accent2>
      <a:accent3>
        <a:srgbClr val="EF7A24"/>
      </a:accent3>
      <a:accent4>
        <a:srgbClr val="5AA0F5"/>
      </a:accent4>
      <a:accent5>
        <a:srgbClr val="75CEEC"/>
      </a:accent5>
      <a:accent6>
        <a:srgbClr val="65D6A0"/>
      </a:accent6>
      <a:hlink>
        <a:srgbClr val="C4E46E"/>
      </a:hlink>
      <a:folHlink>
        <a:srgbClr val="BDE0F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1136</Words>
  <Application>Microsoft Office PowerPoint</Application>
  <PresentationFormat>Widescreen</PresentationFormat>
  <Paragraphs>81</Paragraphs>
  <Slides>8</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Century Gothic</vt:lpstr>
      <vt:lpstr>Calibri</vt:lpstr>
      <vt:lpstr>Noto Sans Symbols</vt:lpstr>
      <vt:lpstr>1_Ion Boardroom</vt:lpstr>
      <vt:lpstr>FLIGHT INFORMATION SYSTEM</vt:lpstr>
      <vt:lpstr>INTRODUCTION</vt:lpstr>
      <vt:lpstr>Literature Survey</vt:lpstr>
      <vt:lpstr>OBJECTIVES</vt:lpstr>
      <vt:lpstr>METHODOLOGY</vt:lpstr>
      <vt:lpstr>EXPERIMENTATION AND ANALYSIS</vt:lpstr>
      <vt:lpstr>CONCLUSION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Sriram Bhaskara</cp:lastModifiedBy>
  <cp:revision>1</cp:revision>
  <dcterms:modified xsi:type="dcterms:W3CDTF">2026-05-22T10:03:56Z</dcterms:modified>
</cp:coreProperties>
</file>